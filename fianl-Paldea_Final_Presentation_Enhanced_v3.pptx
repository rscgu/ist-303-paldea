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diagrams/data9.xml" ContentType="application/vnd.openxmlformats-officedocument.drawingml.diagramData+xml"/>
  <Override PartName="/ppt/diagrams/layout9.xml" ContentType="application/vnd.openxmlformats-officedocument.drawingml.diagramLayout+xml"/>
  <Override PartName="/ppt/diagrams/quickStyle9.xml" ContentType="application/vnd.openxmlformats-officedocument.drawingml.diagramStyle+xml"/>
  <Override PartName="/ppt/diagrams/colors9.xml" ContentType="application/vnd.openxmlformats-officedocument.drawingml.diagramColors+xml"/>
  <Override PartName="/ppt/diagrams/drawing9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1"/>
    <p:restoredTop sz="94694"/>
  </p:normalViewPr>
  <p:slideViewPr>
    <p:cSldViewPr snapToGrid="0" snapToObjects="1">
      <p:cViewPr varScale="1">
        <p:scale>
          <a:sx n="121" d="100"/>
          <a:sy n="121" d="100"/>
        </p:scale>
        <p:origin x="696" y="17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iagrams/_rels/data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sv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image" Target="../media/image5.svg"/><Relationship Id="rId1" Type="http://schemas.openxmlformats.org/officeDocument/2006/relationships/image" Target="../media/image4.png"/><Relationship Id="rId6" Type="http://schemas.openxmlformats.org/officeDocument/2006/relationships/image" Target="../media/image9.svg"/><Relationship Id="rId5" Type="http://schemas.openxmlformats.org/officeDocument/2006/relationships/image" Target="../media/image8.png"/><Relationship Id="rId10" Type="http://schemas.openxmlformats.org/officeDocument/2006/relationships/image" Target="../media/image13.svg"/><Relationship Id="rId4" Type="http://schemas.openxmlformats.org/officeDocument/2006/relationships/image" Target="../media/image7.svg"/><Relationship Id="rId9" Type="http://schemas.openxmlformats.org/officeDocument/2006/relationships/image" Target="../media/image12.png"/></Relationships>
</file>

<file path=ppt/diagrams/_rels/data4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3" Type="http://schemas.openxmlformats.org/officeDocument/2006/relationships/image" Target="../media/image16.png"/><Relationship Id="rId7" Type="http://schemas.openxmlformats.org/officeDocument/2006/relationships/image" Target="../media/image6.png"/><Relationship Id="rId2" Type="http://schemas.openxmlformats.org/officeDocument/2006/relationships/image" Target="../media/image15.svg"/><Relationship Id="rId1" Type="http://schemas.openxmlformats.org/officeDocument/2006/relationships/image" Target="../media/image14.png"/><Relationship Id="rId6" Type="http://schemas.openxmlformats.org/officeDocument/2006/relationships/image" Target="../media/image19.svg"/><Relationship Id="rId5" Type="http://schemas.openxmlformats.org/officeDocument/2006/relationships/image" Target="../media/image18.png"/><Relationship Id="rId10" Type="http://schemas.openxmlformats.org/officeDocument/2006/relationships/image" Target="../media/image21.svg"/><Relationship Id="rId4" Type="http://schemas.openxmlformats.org/officeDocument/2006/relationships/image" Target="../media/image17.svg"/><Relationship Id="rId9" Type="http://schemas.openxmlformats.org/officeDocument/2006/relationships/image" Target="../media/image20.png"/></Relationships>
</file>

<file path=ppt/diagrams/_rels/data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svg"/><Relationship Id="rId3" Type="http://schemas.openxmlformats.org/officeDocument/2006/relationships/image" Target="../media/image22.png"/><Relationship Id="rId7" Type="http://schemas.openxmlformats.org/officeDocument/2006/relationships/image" Target="../media/image24.png"/><Relationship Id="rId12" Type="http://schemas.openxmlformats.org/officeDocument/2006/relationships/image" Target="../media/image29.svg"/><Relationship Id="rId2" Type="http://schemas.openxmlformats.org/officeDocument/2006/relationships/image" Target="../media/image19.svg"/><Relationship Id="rId1" Type="http://schemas.openxmlformats.org/officeDocument/2006/relationships/image" Target="../media/image18.png"/><Relationship Id="rId6" Type="http://schemas.openxmlformats.org/officeDocument/2006/relationships/image" Target="../media/image21.svg"/><Relationship Id="rId11" Type="http://schemas.openxmlformats.org/officeDocument/2006/relationships/image" Target="../media/image28.png"/><Relationship Id="rId5" Type="http://schemas.openxmlformats.org/officeDocument/2006/relationships/image" Target="../media/image20.png"/><Relationship Id="rId10" Type="http://schemas.openxmlformats.org/officeDocument/2006/relationships/image" Target="../media/image27.svg"/><Relationship Id="rId4" Type="http://schemas.openxmlformats.org/officeDocument/2006/relationships/image" Target="../media/image23.svg"/><Relationship Id="rId9" Type="http://schemas.openxmlformats.org/officeDocument/2006/relationships/image" Target="../media/image26.png"/></Relationships>
</file>

<file path=ppt/diagrams/_rels/data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.svg"/><Relationship Id="rId3" Type="http://schemas.openxmlformats.org/officeDocument/2006/relationships/image" Target="../media/image33.png"/><Relationship Id="rId7" Type="http://schemas.openxmlformats.org/officeDocument/2006/relationships/image" Target="../media/image37.png"/><Relationship Id="rId2" Type="http://schemas.openxmlformats.org/officeDocument/2006/relationships/image" Target="../media/image32.svg"/><Relationship Id="rId1" Type="http://schemas.openxmlformats.org/officeDocument/2006/relationships/image" Target="../media/image31.png"/><Relationship Id="rId6" Type="http://schemas.openxmlformats.org/officeDocument/2006/relationships/image" Target="../media/image36.svg"/><Relationship Id="rId5" Type="http://schemas.openxmlformats.org/officeDocument/2006/relationships/image" Target="../media/image35.png"/><Relationship Id="rId4" Type="http://schemas.openxmlformats.org/officeDocument/2006/relationships/image" Target="../media/image34.svg"/></Relationships>
</file>

<file path=ppt/diagrams/_rels/drawing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sv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image" Target="../media/image5.svg"/><Relationship Id="rId1" Type="http://schemas.openxmlformats.org/officeDocument/2006/relationships/image" Target="../media/image4.png"/><Relationship Id="rId6" Type="http://schemas.openxmlformats.org/officeDocument/2006/relationships/image" Target="../media/image9.svg"/><Relationship Id="rId5" Type="http://schemas.openxmlformats.org/officeDocument/2006/relationships/image" Target="../media/image8.png"/><Relationship Id="rId10" Type="http://schemas.openxmlformats.org/officeDocument/2006/relationships/image" Target="../media/image13.svg"/><Relationship Id="rId4" Type="http://schemas.openxmlformats.org/officeDocument/2006/relationships/image" Target="../media/image7.svg"/><Relationship Id="rId9" Type="http://schemas.openxmlformats.org/officeDocument/2006/relationships/image" Target="../media/image12.png"/></Relationships>
</file>

<file path=ppt/diagrams/_rels/drawing4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3" Type="http://schemas.openxmlformats.org/officeDocument/2006/relationships/image" Target="../media/image16.png"/><Relationship Id="rId7" Type="http://schemas.openxmlformats.org/officeDocument/2006/relationships/image" Target="../media/image6.png"/><Relationship Id="rId2" Type="http://schemas.openxmlformats.org/officeDocument/2006/relationships/image" Target="../media/image15.svg"/><Relationship Id="rId1" Type="http://schemas.openxmlformats.org/officeDocument/2006/relationships/image" Target="../media/image14.png"/><Relationship Id="rId6" Type="http://schemas.openxmlformats.org/officeDocument/2006/relationships/image" Target="../media/image19.svg"/><Relationship Id="rId5" Type="http://schemas.openxmlformats.org/officeDocument/2006/relationships/image" Target="../media/image18.png"/><Relationship Id="rId10" Type="http://schemas.openxmlformats.org/officeDocument/2006/relationships/image" Target="../media/image21.svg"/><Relationship Id="rId4" Type="http://schemas.openxmlformats.org/officeDocument/2006/relationships/image" Target="../media/image17.svg"/><Relationship Id="rId9" Type="http://schemas.openxmlformats.org/officeDocument/2006/relationships/image" Target="../media/image20.png"/></Relationships>
</file>

<file path=ppt/diagrams/_rels/drawing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svg"/><Relationship Id="rId3" Type="http://schemas.openxmlformats.org/officeDocument/2006/relationships/image" Target="../media/image22.png"/><Relationship Id="rId7" Type="http://schemas.openxmlformats.org/officeDocument/2006/relationships/image" Target="../media/image24.png"/><Relationship Id="rId12" Type="http://schemas.openxmlformats.org/officeDocument/2006/relationships/image" Target="../media/image29.svg"/><Relationship Id="rId2" Type="http://schemas.openxmlformats.org/officeDocument/2006/relationships/image" Target="../media/image19.svg"/><Relationship Id="rId1" Type="http://schemas.openxmlformats.org/officeDocument/2006/relationships/image" Target="../media/image18.png"/><Relationship Id="rId6" Type="http://schemas.openxmlformats.org/officeDocument/2006/relationships/image" Target="../media/image21.svg"/><Relationship Id="rId11" Type="http://schemas.openxmlformats.org/officeDocument/2006/relationships/image" Target="../media/image28.png"/><Relationship Id="rId5" Type="http://schemas.openxmlformats.org/officeDocument/2006/relationships/image" Target="../media/image20.png"/><Relationship Id="rId10" Type="http://schemas.openxmlformats.org/officeDocument/2006/relationships/image" Target="../media/image27.svg"/><Relationship Id="rId4" Type="http://schemas.openxmlformats.org/officeDocument/2006/relationships/image" Target="../media/image23.svg"/><Relationship Id="rId9" Type="http://schemas.openxmlformats.org/officeDocument/2006/relationships/image" Target="../media/image26.png"/></Relationships>
</file>

<file path=ppt/diagrams/_rels/drawing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.svg"/><Relationship Id="rId3" Type="http://schemas.openxmlformats.org/officeDocument/2006/relationships/image" Target="../media/image33.png"/><Relationship Id="rId7" Type="http://schemas.openxmlformats.org/officeDocument/2006/relationships/image" Target="../media/image37.png"/><Relationship Id="rId2" Type="http://schemas.openxmlformats.org/officeDocument/2006/relationships/image" Target="../media/image32.svg"/><Relationship Id="rId1" Type="http://schemas.openxmlformats.org/officeDocument/2006/relationships/image" Target="../media/image31.png"/><Relationship Id="rId6" Type="http://schemas.openxmlformats.org/officeDocument/2006/relationships/image" Target="../media/image36.svg"/><Relationship Id="rId5" Type="http://schemas.openxmlformats.org/officeDocument/2006/relationships/image" Target="../media/image35.png"/><Relationship Id="rId4" Type="http://schemas.openxmlformats.org/officeDocument/2006/relationships/image" Target="../media/image34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0FEC5EEE-3D1F-4610-916A-074836031F56}" type="doc">
      <dgm:prSet loTypeId="urn:microsoft.com/office/officeart/2016/7/layout/RepeatingBendingProcessNew" loCatId="process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6B7541E4-F70D-4D37-A938-A49233704659}">
      <dgm:prSet/>
      <dgm:spPr/>
      <dgm:t>
        <a:bodyPr/>
        <a:lstStyle/>
        <a:p>
          <a:pPr>
            <a:defRPr cap="all"/>
          </a:pPr>
          <a:r>
            <a:rPr lang="en-US"/>
            <a:t>Project Scope: Flask-based MVC web application for financial management.</a:t>
          </a:r>
        </a:p>
      </dgm:t>
    </dgm:pt>
    <dgm:pt modelId="{8504FFB2-09CD-439E-8D53-70B5911F793B}" type="parTrans" cxnId="{353250E1-62C2-4450-8539-966D2341A29B}">
      <dgm:prSet/>
      <dgm:spPr/>
      <dgm:t>
        <a:bodyPr/>
        <a:lstStyle/>
        <a:p>
          <a:endParaRPr lang="en-US"/>
        </a:p>
      </dgm:t>
    </dgm:pt>
    <dgm:pt modelId="{BC015FB8-E923-42CA-A342-877CCCBC2F1E}" type="sibTrans" cxnId="{353250E1-62C2-4450-8539-966D2341A29B}">
      <dgm:prSet/>
      <dgm:spPr/>
      <dgm:t>
        <a:bodyPr/>
        <a:lstStyle/>
        <a:p>
          <a:endParaRPr lang="en-US"/>
        </a:p>
      </dgm:t>
    </dgm:pt>
    <dgm:pt modelId="{62490C5F-E72A-441E-A6D5-1A7596F28441}">
      <dgm:prSet/>
      <dgm:spPr/>
      <dgm:t>
        <a:bodyPr/>
        <a:lstStyle/>
        <a:p>
          <a:pPr>
            <a:defRPr cap="all"/>
          </a:pPr>
          <a:r>
            <a:rPr lang="en-US"/>
            <a:t>Core Value Proposition:</a:t>
          </a:r>
        </a:p>
      </dgm:t>
    </dgm:pt>
    <dgm:pt modelId="{89526EB4-305E-43E9-B182-2C6DFC9DF556}" type="parTrans" cxnId="{EC41721C-F153-4FA0-954E-F8716389234A}">
      <dgm:prSet/>
      <dgm:spPr/>
      <dgm:t>
        <a:bodyPr/>
        <a:lstStyle/>
        <a:p>
          <a:endParaRPr lang="en-US"/>
        </a:p>
      </dgm:t>
    </dgm:pt>
    <dgm:pt modelId="{0974B5C3-F4B2-4417-88A3-4881320B9736}" type="sibTrans" cxnId="{EC41721C-F153-4FA0-954E-F8716389234A}">
      <dgm:prSet/>
      <dgm:spPr/>
      <dgm:t>
        <a:bodyPr/>
        <a:lstStyle/>
        <a:p>
          <a:endParaRPr lang="en-US"/>
        </a:p>
      </dgm:t>
    </dgm:pt>
    <dgm:pt modelId="{1541241A-B8B9-474C-9DD0-69F67F1ACDC6}">
      <dgm:prSet/>
      <dgm:spPr/>
      <dgm:t>
        <a:bodyPr/>
        <a:lstStyle/>
        <a:p>
          <a:pPr>
            <a:defRPr cap="all"/>
          </a:pPr>
          <a:r>
            <a:rPr lang="en-US"/>
            <a:t>- Real-time budget tracking.</a:t>
          </a:r>
        </a:p>
      </dgm:t>
    </dgm:pt>
    <dgm:pt modelId="{EFE4849F-ECA4-4935-B058-9BC6ACD12F34}" type="parTrans" cxnId="{466637B3-01E8-4DC9-8FE8-9E6E95F2D425}">
      <dgm:prSet/>
      <dgm:spPr/>
      <dgm:t>
        <a:bodyPr/>
        <a:lstStyle/>
        <a:p>
          <a:endParaRPr lang="en-US"/>
        </a:p>
      </dgm:t>
    </dgm:pt>
    <dgm:pt modelId="{A32DB0E2-79AB-4CFD-829B-5BBEEF9DE515}" type="sibTrans" cxnId="{466637B3-01E8-4DC9-8FE8-9E6E95F2D425}">
      <dgm:prSet/>
      <dgm:spPr/>
      <dgm:t>
        <a:bodyPr/>
        <a:lstStyle/>
        <a:p>
          <a:endParaRPr lang="en-US"/>
        </a:p>
      </dgm:t>
    </dgm:pt>
    <dgm:pt modelId="{EE3CAE42-76A2-4852-AAAB-F3771B2895CB}">
      <dgm:prSet/>
      <dgm:spPr/>
      <dgm:t>
        <a:bodyPr/>
        <a:lstStyle/>
        <a:p>
          <a:pPr>
            <a:defRPr cap="all"/>
          </a:pPr>
          <a:r>
            <a:rPr lang="en-US"/>
            <a:t>- Multi-currency normalization (Story 13, 15).</a:t>
          </a:r>
        </a:p>
      </dgm:t>
    </dgm:pt>
    <dgm:pt modelId="{EC31E01E-B03C-4E7B-8BD0-8119E7D50453}" type="parTrans" cxnId="{CD8C80A0-AEF4-46C0-B6AD-FCBFBBAAE10F}">
      <dgm:prSet/>
      <dgm:spPr/>
      <dgm:t>
        <a:bodyPr/>
        <a:lstStyle/>
        <a:p>
          <a:endParaRPr lang="en-US"/>
        </a:p>
      </dgm:t>
    </dgm:pt>
    <dgm:pt modelId="{8332A69A-7E95-4A94-A6DA-4DC91BB96FAC}" type="sibTrans" cxnId="{CD8C80A0-AEF4-46C0-B6AD-FCBFBBAAE10F}">
      <dgm:prSet/>
      <dgm:spPr/>
      <dgm:t>
        <a:bodyPr/>
        <a:lstStyle/>
        <a:p>
          <a:endParaRPr lang="en-US"/>
        </a:p>
      </dgm:t>
    </dgm:pt>
    <dgm:pt modelId="{ED82BE53-65B8-49F1-9075-6117E0CDB000}">
      <dgm:prSet/>
      <dgm:spPr/>
      <dgm:t>
        <a:bodyPr/>
        <a:lstStyle/>
        <a:p>
          <a:pPr>
            <a:defRPr cap="all"/>
          </a:pPr>
          <a:r>
            <a:rPr lang="en-US"/>
            <a:t>- Predictive forecasting (Story 9).</a:t>
          </a:r>
        </a:p>
      </dgm:t>
    </dgm:pt>
    <dgm:pt modelId="{52581219-9534-4508-B077-4581E5D1CDE3}" type="parTrans" cxnId="{9E39AE61-05BB-4B0F-95ED-1DCE6C7AFEF9}">
      <dgm:prSet/>
      <dgm:spPr/>
      <dgm:t>
        <a:bodyPr/>
        <a:lstStyle/>
        <a:p>
          <a:endParaRPr lang="en-US"/>
        </a:p>
      </dgm:t>
    </dgm:pt>
    <dgm:pt modelId="{CDAF6F6D-1FDD-4096-AA78-DAF660ED0B1A}" type="sibTrans" cxnId="{9E39AE61-05BB-4B0F-95ED-1DCE6C7AFEF9}">
      <dgm:prSet/>
      <dgm:spPr/>
      <dgm:t>
        <a:bodyPr/>
        <a:lstStyle/>
        <a:p>
          <a:endParaRPr lang="en-US"/>
        </a:p>
      </dgm:t>
    </dgm:pt>
    <dgm:pt modelId="{5253FC5F-CF7B-48D0-9B13-2C9BAB74F0E9}">
      <dgm:prSet/>
      <dgm:spPr/>
      <dgm:t>
        <a:bodyPr/>
        <a:lstStyle/>
        <a:p>
          <a:pPr>
            <a:defRPr cap="all"/>
          </a:pPr>
          <a:r>
            <a:rPr lang="en-US"/>
            <a:t>Milestone 2.0 Achievement:</a:t>
          </a:r>
        </a:p>
      </dgm:t>
    </dgm:pt>
    <dgm:pt modelId="{B3A8EE4B-2A5D-4388-8F5E-AE1CE31B9519}" type="parTrans" cxnId="{1AB956A6-A4C5-42F0-B0EE-2AF9D4315F4D}">
      <dgm:prSet/>
      <dgm:spPr/>
      <dgm:t>
        <a:bodyPr/>
        <a:lstStyle/>
        <a:p>
          <a:endParaRPr lang="en-US"/>
        </a:p>
      </dgm:t>
    </dgm:pt>
    <dgm:pt modelId="{E1FBA333-F458-4DE6-94FC-AF8FE4DEB3CA}" type="sibTrans" cxnId="{1AB956A6-A4C5-42F0-B0EE-2AF9D4315F4D}">
      <dgm:prSet/>
      <dgm:spPr/>
      <dgm:t>
        <a:bodyPr/>
        <a:lstStyle/>
        <a:p>
          <a:endParaRPr lang="en-US"/>
        </a:p>
      </dgm:t>
    </dgm:pt>
    <dgm:pt modelId="{FF081ED9-459D-4333-AEED-0C1C514C5CBE}">
      <dgm:prSet/>
      <dgm:spPr/>
      <dgm:t>
        <a:bodyPr/>
        <a:lstStyle/>
        <a:p>
          <a:pPr>
            <a:defRPr cap="all"/>
          </a:pPr>
          <a:r>
            <a:rPr lang="en-US"/>
            <a:t>- Delivered full Reporting, Visualization, and Multi-Currency modules.</a:t>
          </a:r>
        </a:p>
      </dgm:t>
    </dgm:pt>
    <dgm:pt modelId="{17FFA664-870E-4033-A02F-986594228AD3}" type="parTrans" cxnId="{529D1C1A-7B0E-4EB5-B203-497ABF4A1220}">
      <dgm:prSet/>
      <dgm:spPr/>
      <dgm:t>
        <a:bodyPr/>
        <a:lstStyle/>
        <a:p>
          <a:endParaRPr lang="en-US"/>
        </a:p>
      </dgm:t>
    </dgm:pt>
    <dgm:pt modelId="{4D4E8380-7D5E-41A9-9275-BC72CFAA29E2}" type="sibTrans" cxnId="{529D1C1A-7B0E-4EB5-B203-497ABF4A1220}">
      <dgm:prSet/>
      <dgm:spPr/>
      <dgm:t>
        <a:bodyPr/>
        <a:lstStyle/>
        <a:p>
          <a:endParaRPr lang="en-US"/>
        </a:p>
      </dgm:t>
    </dgm:pt>
    <dgm:pt modelId="{DE9BB46C-8443-6A40-8A09-FF00642813E5}" type="pres">
      <dgm:prSet presAssocID="{0FEC5EEE-3D1F-4610-916A-074836031F56}" presName="Name0" presStyleCnt="0">
        <dgm:presLayoutVars>
          <dgm:dir/>
          <dgm:resizeHandles val="exact"/>
        </dgm:presLayoutVars>
      </dgm:prSet>
      <dgm:spPr/>
    </dgm:pt>
    <dgm:pt modelId="{D6BC403C-48A9-E741-8D4C-2CE49EE0AB31}" type="pres">
      <dgm:prSet presAssocID="{6B7541E4-F70D-4D37-A938-A49233704659}" presName="node" presStyleLbl="node1" presStyleIdx="0" presStyleCnt="7">
        <dgm:presLayoutVars>
          <dgm:bulletEnabled val="1"/>
        </dgm:presLayoutVars>
      </dgm:prSet>
      <dgm:spPr/>
    </dgm:pt>
    <dgm:pt modelId="{C4B67740-8FCA-784D-B57E-1A4F10F64BC1}" type="pres">
      <dgm:prSet presAssocID="{BC015FB8-E923-42CA-A342-877CCCBC2F1E}" presName="sibTrans" presStyleLbl="sibTrans1D1" presStyleIdx="0" presStyleCnt="6"/>
      <dgm:spPr/>
    </dgm:pt>
    <dgm:pt modelId="{96E61CED-C0EC-D745-A57D-8E38DF9CCB52}" type="pres">
      <dgm:prSet presAssocID="{BC015FB8-E923-42CA-A342-877CCCBC2F1E}" presName="connectorText" presStyleLbl="sibTrans1D1" presStyleIdx="0" presStyleCnt="6"/>
      <dgm:spPr/>
    </dgm:pt>
    <dgm:pt modelId="{6BC8CC8A-035D-F04A-A014-37333DC4F167}" type="pres">
      <dgm:prSet presAssocID="{62490C5F-E72A-441E-A6D5-1A7596F28441}" presName="node" presStyleLbl="node1" presStyleIdx="1" presStyleCnt="7">
        <dgm:presLayoutVars>
          <dgm:bulletEnabled val="1"/>
        </dgm:presLayoutVars>
      </dgm:prSet>
      <dgm:spPr/>
    </dgm:pt>
    <dgm:pt modelId="{8BD04E13-E104-6C4E-81BC-3474B91D14C9}" type="pres">
      <dgm:prSet presAssocID="{0974B5C3-F4B2-4417-88A3-4881320B9736}" presName="sibTrans" presStyleLbl="sibTrans1D1" presStyleIdx="1" presStyleCnt="6"/>
      <dgm:spPr/>
    </dgm:pt>
    <dgm:pt modelId="{17058415-5499-8545-8F7C-934843F88A53}" type="pres">
      <dgm:prSet presAssocID="{0974B5C3-F4B2-4417-88A3-4881320B9736}" presName="connectorText" presStyleLbl="sibTrans1D1" presStyleIdx="1" presStyleCnt="6"/>
      <dgm:spPr/>
    </dgm:pt>
    <dgm:pt modelId="{EAF1BE2E-3CBC-3142-AEF4-22448AD01573}" type="pres">
      <dgm:prSet presAssocID="{1541241A-B8B9-474C-9DD0-69F67F1ACDC6}" presName="node" presStyleLbl="node1" presStyleIdx="2" presStyleCnt="7">
        <dgm:presLayoutVars>
          <dgm:bulletEnabled val="1"/>
        </dgm:presLayoutVars>
      </dgm:prSet>
      <dgm:spPr/>
    </dgm:pt>
    <dgm:pt modelId="{0639B7FA-FED0-1B47-9886-D7125B7C0F6F}" type="pres">
      <dgm:prSet presAssocID="{A32DB0E2-79AB-4CFD-829B-5BBEEF9DE515}" presName="sibTrans" presStyleLbl="sibTrans1D1" presStyleIdx="2" presStyleCnt="6"/>
      <dgm:spPr/>
    </dgm:pt>
    <dgm:pt modelId="{50946606-D492-E44E-AD3A-8767A3017DB0}" type="pres">
      <dgm:prSet presAssocID="{A32DB0E2-79AB-4CFD-829B-5BBEEF9DE515}" presName="connectorText" presStyleLbl="sibTrans1D1" presStyleIdx="2" presStyleCnt="6"/>
      <dgm:spPr/>
    </dgm:pt>
    <dgm:pt modelId="{005B932A-F18F-4546-ACD9-92F587F1D66E}" type="pres">
      <dgm:prSet presAssocID="{EE3CAE42-76A2-4852-AAAB-F3771B2895CB}" presName="node" presStyleLbl="node1" presStyleIdx="3" presStyleCnt="7">
        <dgm:presLayoutVars>
          <dgm:bulletEnabled val="1"/>
        </dgm:presLayoutVars>
      </dgm:prSet>
      <dgm:spPr/>
    </dgm:pt>
    <dgm:pt modelId="{185CF077-951D-1348-86E9-29ABE4EEF9EB}" type="pres">
      <dgm:prSet presAssocID="{8332A69A-7E95-4A94-A6DA-4DC91BB96FAC}" presName="sibTrans" presStyleLbl="sibTrans1D1" presStyleIdx="3" presStyleCnt="6"/>
      <dgm:spPr/>
    </dgm:pt>
    <dgm:pt modelId="{73B7362A-7B14-DF45-AD40-809D91A2D7E4}" type="pres">
      <dgm:prSet presAssocID="{8332A69A-7E95-4A94-A6DA-4DC91BB96FAC}" presName="connectorText" presStyleLbl="sibTrans1D1" presStyleIdx="3" presStyleCnt="6"/>
      <dgm:spPr/>
    </dgm:pt>
    <dgm:pt modelId="{152D67C3-55FE-0549-AB50-0377058516C3}" type="pres">
      <dgm:prSet presAssocID="{ED82BE53-65B8-49F1-9075-6117E0CDB000}" presName="node" presStyleLbl="node1" presStyleIdx="4" presStyleCnt="7">
        <dgm:presLayoutVars>
          <dgm:bulletEnabled val="1"/>
        </dgm:presLayoutVars>
      </dgm:prSet>
      <dgm:spPr/>
    </dgm:pt>
    <dgm:pt modelId="{3C210274-2434-044F-AFA9-15E8AE9B30A4}" type="pres">
      <dgm:prSet presAssocID="{CDAF6F6D-1FDD-4096-AA78-DAF660ED0B1A}" presName="sibTrans" presStyleLbl="sibTrans1D1" presStyleIdx="4" presStyleCnt="6"/>
      <dgm:spPr/>
    </dgm:pt>
    <dgm:pt modelId="{3907FA0B-007D-574F-A370-756CB25DF4E5}" type="pres">
      <dgm:prSet presAssocID="{CDAF6F6D-1FDD-4096-AA78-DAF660ED0B1A}" presName="connectorText" presStyleLbl="sibTrans1D1" presStyleIdx="4" presStyleCnt="6"/>
      <dgm:spPr/>
    </dgm:pt>
    <dgm:pt modelId="{F1025233-70F3-E944-A3DE-BB1D243096AC}" type="pres">
      <dgm:prSet presAssocID="{5253FC5F-CF7B-48D0-9B13-2C9BAB74F0E9}" presName="node" presStyleLbl="node1" presStyleIdx="5" presStyleCnt="7">
        <dgm:presLayoutVars>
          <dgm:bulletEnabled val="1"/>
        </dgm:presLayoutVars>
      </dgm:prSet>
      <dgm:spPr/>
    </dgm:pt>
    <dgm:pt modelId="{91E9F82F-EFB0-294C-9462-4B99EF469806}" type="pres">
      <dgm:prSet presAssocID="{E1FBA333-F458-4DE6-94FC-AF8FE4DEB3CA}" presName="sibTrans" presStyleLbl="sibTrans1D1" presStyleIdx="5" presStyleCnt="6"/>
      <dgm:spPr/>
    </dgm:pt>
    <dgm:pt modelId="{03E8DE64-37E4-EF43-ABE3-C9BE5CCDECFF}" type="pres">
      <dgm:prSet presAssocID="{E1FBA333-F458-4DE6-94FC-AF8FE4DEB3CA}" presName="connectorText" presStyleLbl="sibTrans1D1" presStyleIdx="5" presStyleCnt="6"/>
      <dgm:spPr/>
    </dgm:pt>
    <dgm:pt modelId="{E36A4769-FEF3-9549-B5B8-8A56A6758684}" type="pres">
      <dgm:prSet presAssocID="{FF081ED9-459D-4333-AEED-0C1C514C5CBE}" presName="node" presStyleLbl="node1" presStyleIdx="6" presStyleCnt="7">
        <dgm:presLayoutVars>
          <dgm:bulletEnabled val="1"/>
        </dgm:presLayoutVars>
      </dgm:prSet>
      <dgm:spPr/>
    </dgm:pt>
  </dgm:ptLst>
  <dgm:cxnLst>
    <dgm:cxn modelId="{98F08001-F986-F442-825C-1C050C717FE9}" type="presOf" srcId="{BC015FB8-E923-42CA-A342-877CCCBC2F1E}" destId="{96E61CED-C0EC-D745-A57D-8E38DF9CCB52}" srcOrd="1" destOrd="0" presId="urn:microsoft.com/office/officeart/2016/7/layout/RepeatingBendingProcessNew"/>
    <dgm:cxn modelId="{879DCF17-7D3B-C349-8434-11F6B3E49E05}" type="presOf" srcId="{0FEC5EEE-3D1F-4610-916A-074836031F56}" destId="{DE9BB46C-8443-6A40-8A09-FF00642813E5}" srcOrd="0" destOrd="0" presId="urn:microsoft.com/office/officeart/2016/7/layout/RepeatingBendingProcessNew"/>
    <dgm:cxn modelId="{529D1C1A-7B0E-4EB5-B203-497ABF4A1220}" srcId="{0FEC5EEE-3D1F-4610-916A-074836031F56}" destId="{FF081ED9-459D-4333-AEED-0C1C514C5CBE}" srcOrd="6" destOrd="0" parTransId="{17FFA664-870E-4033-A02F-986594228AD3}" sibTransId="{4D4E8380-7D5E-41A9-9275-BC72CFAA29E2}"/>
    <dgm:cxn modelId="{EC41721C-F153-4FA0-954E-F8716389234A}" srcId="{0FEC5EEE-3D1F-4610-916A-074836031F56}" destId="{62490C5F-E72A-441E-A6D5-1A7596F28441}" srcOrd="1" destOrd="0" parTransId="{89526EB4-305E-43E9-B182-2C6DFC9DF556}" sibTransId="{0974B5C3-F4B2-4417-88A3-4881320B9736}"/>
    <dgm:cxn modelId="{D97D4221-9459-F54D-B16C-892F046C7CAE}" type="presOf" srcId="{0974B5C3-F4B2-4417-88A3-4881320B9736}" destId="{17058415-5499-8545-8F7C-934843F88A53}" srcOrd="1" destOrd="0" presId="urn:microsoft.com/office/officeart/2016/7/layout/RepeatingBendingProcessNew"/>
    <dgm:cxn modelId="{A751F139-6825-2644-BC8D-CAAF181C20C2}" type="presOf" srcId="{8332A69A-7E95-4A94-A6DA-4DC91BB96FAC}" destId="{185CF077-951D-1348-86E9-29ABE4EEF9EB}" srcOrd="0" destOrd="0" presId="urn:microsoft.com/office/officeart/2016/7/layout/RepeatingBendingProcessNew"/>
    <dgm:cxn modelId="{684A5A4D-2910-C142-8744-3245456C838A}" type="presOf" srcId="{A32DB0E2-79AB-4CFD-829B-5BBEEF9DE515}" destId="{50946606-D492-E44E-AD3A-8767A3017DB0}" srcOrd="1" destOrd="0" presId="urn:microsoft.com/office/officeart/2016/7/layout/RepeatingBendingProcessNew"/>
    <dgm:cxn modelId="{AF246659-23C0-9240-9D51-3609E841E587}" type="presOf" srcId="{FF081ED9-459D-4333-AEED-0C1C514C5CBE}" destId="{E36A4769-FEF3-9549-B5B8-8A56A6758684}" srcOrd="0" destOrd="0" presId="urn:microsoft.com/office/officeart/2016/7/layout/RepeatingBendingProcessNew"/>
    <dgm:cxn modelId="{8ABF625D-F6AC-D54C-826F-5677C81C1B06}" type="presOf" srcId="{A32DB0E2-79AB-4CFD-829B-5BBEEF9DE515}" destId="{0639B7FA-FED0-1B47-9886-D7125B7C0F6F}" srcOrd="0" destOrd="0" presId="urn:microsoft.com/office/officeart/2016/7/layout/RepeatingBendingProcessNew"/>
    <dgm:cxn modelId="{9E39AE61-05BB-4B0F-95ED-1DCE6C7AFEF9}" srcId="{0FEC5EEE-3D1F-4610-916A-074836031F56}" destId="{ED82BE53-65B8-49F1-9075-6117E0CDB000}" srcOrd="4" destOrd="0" parTransId="{52581219-9534-4508-B077-4581E5D1CDE3}" sibTransId="{CDAF6F6D-1FDD-4096-AA78-DAF660ED0B1A}"/>
    <dgm:cxn modelId="{260D0865-3CB1-E54E-A047-28B6C4DA4885}" type="presOf" srcId="{6B7541E4-F70D-4D37-A938-A49233704659}" destId="{D6BC403C-48A9-E741-8D4C-2CE49EE0AB31}" srcOrd="0" destOrd="0" presId="urn:microsoft.com/office/officeart/2016/7/layout/RepeatingBendingProcessNew"/>
    <dgm:cxn modelId="{A8AD388B-FE7B-0842-8E0F-7BF8718C2A45}" type="presOf" srcId="{ED82BE53-65B8-49F1-9075-6117E0CDB000}" destId="{152D67C3-55FE-0549-AB50-0377058516C3}" srcOrd="0" destOrd="0" presId="urn:microsoft.com/office/officeart/2016/7/layout/RepeatingBendingProcessNew"/>
    <dgm:cxn modelId="{560FD992-ADDB-AC45-9808-D07351EC1F28}" type="presOf" srcId="{CDAF6F6D-1FDD-4096-AA78-DAF660ED0B1A}" destId="{3C210274-2434-044F-AFA9-15E8AE9B30A4}" srcOrd="0" destOrd="0" presId="urn:microsoft.com/office/officeart/2016/7/layout/RepeatingBendingProcessNew"/>
    <dgm:cxn modelId="{CD8C80A0-AEF4-46C0-B6AD-FCBFBBAAE10F}" srcId="{0FEC5EEE-3D1F-4610-916A-074836031F56}" destId="{EE3CAE42-76A2-4852-AAAB-F3771B2895CB}" srcOrd="3" destOrd="0" parTransId="{EC31E01E-B03C-4E7B-8BD0-8119E7D50453}" sibTransId="{8332A69A-7E95-4A94-A6DA-4DC91BB96FAC}"/>
    <dgm:cxn modelId="{1AB956A6-A4C5-42F0-B0EE-2AF9D4315F4D}" srcId="{0FEC5EEE-3D1F-4610-916A-074836031F56}" destId="{5253FC5F-CF7B-48D0-9B13-2C9BAB74F0E9}" srcOrd="5" destOrd="0" parTransId="{B3A8EE4B-2A5D-4388-8F5E-AE1CE31B9519}" sibTransId="{E1FBA333-F458-4DE6-94FC-AF8FE4DEB3CA}"/>
    <dgm:cxn modelId="{70479FB1-588B-C245-B16E-9DF3EF512289}" type="presOf" srcId="{E1FBA333-F458-4DE6-94FC-AF8FE4DEB3CA}" destId="{03E8DE64-37E4-EF43-ABE3-C9BE5CCDECFF}" srcOrd="1" destOrd="0" presId="urn:microsoft.com/office/officeart/2016/7/layout/RepeatingBendingProcessNew"/>
    <dgm:cxn modelId="{466637B3-01E8-4DC9-8FE8-9E6E95F2D425}" srcId="{0FEC5EEE-3D1F-4610-916A-074836031F56}" destId="{1541241A-B8B9-474C-9DD0-69F67F1ACDC6}" srcOrd="2" destOrd="0" parTransId="{EFE4849F-ECA4-4935-B058-9BC6ACD12F34}" sibTransId="{A32DB0E2-79AB-4CFD-829B-5BBEEF9DE515}"/>
    <dgm:cxn modelId="{230043B6-EC20-EA4B-BA05-44286508015B}" type="presOf" srcId="{62490C5F-E72A-441E-A6D5-1A7596F28441}" destId="{6BC8CC8A-035D-F04A-A014-37333DC4F167}" srcOrd="0" destOrd="0" presId="urn:microsoft.com/office/officeart/2016/7/layout/RepeatingBendingProcessNew"/>
    <dgm:cxn modelId="{09075BC0-33A9-BB4C-9888-01DDBA3B8F92}" type="presOf" srcId="{E1FBA333-F458-4DE6-94FC-AF8FE4DEB3CA}" destId="{91E9F82F-EFB0-294C-9462-4B99EF469806}" srcOrd="0" destOrd="0" presId="urn:microsoft.com/office/officeart/2016/7/layout/RepeatingBendingProcessNew"/>
    <dgm:cxn modelId="{8E8024C8-97E0-6946-B55D-B5D8E680460F}" type="presOf" srcId="{1541241A-B8B9-474C-9DD0-69F67F1ACDC6}" destId="{EAF1BE2E-3CBC-3142-AEF4-22448AD01573}" srcOrd="0" destOrd="0" presId="urn:microsoft.com/office/officeart/2016/7/layout/RepeatingBendingProcessNew"/>
    <dgm:cxn modelId="{0992F0CB-E85A-7843-9300-82C53B0C9D14}" type="presOf" srcId="{BC015FB8-E923-42CA-A342-877CCCBC2F1E}" destId="{C4B67740-8FCA-784D-B57E-1A4F10F64BC1}" srcOrd="0" destOrd="0" presId="urn:microsoft.com/office/officeart/2016/7/layout/RepeatingBendingProcessNew"/>
    <dgm:cxn modelId="{2B55C6D3-66F1-0F43-BEC2-2A799EF06FB3}" type="presOf" srcId="{8332A69A-7E95-4A94-A6DA-4DC91BB96FAC}" destId="{73B7362A-7B14-DF45-AD40-809D91A2D7E4}" srcOrd="1" destOrd="0" presId="urn:microsoft.com/office/officeart/2016/7/layout/RepeatingBendingProcessNew"/>
    <dgm:cxn modelId="{353250E1-62C2-4450-8539-966D2341A29B}" srcId="{0FEC5EEE-3D1F-4610-916A-074836031F56}" destId="{6B7541E4-F70D-4D37-A938-A49233704659}" srcOrd="0" destOrd="0" parTransId="{8504FFB2-09CD-439E-8D53-70B5911F793B}" sibTransId="{BC015FB8-E923-42CA-A342-877CCCBC2F1E}"/>
    <dgm:cxn modelId="{B9B9D3E1-AB79-C646-9E1B-BA3007FC9D31}" type="presOf" srcId="{EE3CAE42-76A2-4852-AAAB-F3771B2895CB}" destId="{005B932A-F18F-4546-ACD9-92F587F1D66E}" srcOrd="0" destOrd="0" presId="urn:microsoft.com/office/officeart/2016/7/layout/RepeatingBendingProcessNew"/>
    <dgm:cxn modelId="{9C674CE3-3BBF-F44A-9377-F8828681B2F6}" type="presOf" srcId="{CDAF6F6D-1FDD-4096-AA78-DAF660ED0B1A}" destId="{3907FA0B-007D-574F-A370-756CB25DF4E5}" srcOrd="1" destOrd="0" presId="urn:microsoft.com/office/officeart/2016/7/layout/RepeatingBendingProcessNew"/>
    <dgm:cxn modelId="{C9A776ED-D6DC-8346-B379-2D4592B52941}" type="presOf" srcId="{0974B5C3-F4B2-4417-88A3-4881320B9736}" destId="{8BD04E13-E104-6C4E-81BC-3474B91D14C9}" srcOrd="0" destOrd="0" presId="urn:microsoft.com/office/officeart/2016/7/layout/RepeatingBendingProcessNew"/>
    <dgm:cxn modelId="{E9C296FF-A986-894E-B14E-1307B14A96A9}" type="presOf" srcId="{5253FC5F-CF7B-48D0-9B13-2C9BAB74F0E9}" destId="{F1025233-70F3-E944-A3DE-BB1D243096AC}" srcOrd="0" destOrd="0" presId="urn:microsoft.com/office/officeart/2016/7/layout/RepeatingBendingProcessNew"/>
    <dgm:cxn modelId="{2E095D3B-AF08-4C4F-8F94-236C26E9F027}" type="presParOf" srcId="{DE9BB46C-8443-6A40-8A09-FF00642813E5}" destId="{D6BC403C-48A9-E741-8D4C-2CE49EE0AB31}" srcOrd="0" destOrd="0" presId="urn:microsoft.com/office/officeart/2016/7/layout/RepeatingBendingProcessNew"/>
    <dgm:cxn modelId="{5A602157-F923-6B43-A9B8-5505289110AB}" type="presParOf" srcId="{DE9BB46C-8443-6A40-8A09-FF00642813E5}" destId="{C4B67740-8FCA-784D-B57E-1A4F10F64BC1}" srcOrd="1" destOrd="0" presId="urn:microsoft.com/office/officeart/2016/7/layout/RepeatingBendingProcessNew"/>
    <dgm:cxn modelId="{051ED7BC-1A1C-BA4F-A873-658EAE4C2E8D}" type="presParOf" srcId="{C4B67740-8FCA-784D-B57E-1A4F10F64BC1}" destId="{96E61CED-C0EC-D745-A57D-8E38DF9CCB52}" srcOrd="0" destOrd="0" presId="urn:microsoft.com/office/officeart/2016/7/layout/RepeatingBendingProcessNew"/>
    <dgm:cxn modelId="{AD7A9900-7E70-4C40-937A-7604B9AC0FF9}" type="presParOf" srcId="{DE9BB46C-8443-6A40-8A09-FF00642813E5}" destId="{6BC8CC8A-035D-F04A-A014-37333DC4F167}" srcOrd="2" destOrd="0" presId="urn:microsoft.com/office/officeart/2016/7/layout/RepeatingBendingProcessNew"/>
    <dgm:cxn modelId="{57DAF4AE-4D0B-4341-B281-52B63DB5E757}" type="presParOf" srcId="{DE9BB46C-8443-6A40-8A09-FF00642813E5}" destId="{8BD04E13-E104-6C4E-81BC-3474B91D14C9}" srcOrd="3" destOrd="0" presId="urn:microsoft.com/office/officeart/2016/7/layout/RepeatingBendingProcessNew"/>
    <dgm:cxn modelId="{BB870936-21FA-3044-88F5-D25E6FDA3F67}" type="presParOf" srcId="{8BD04E13-E104-6C4E-81BC-3474B91D14C9}" destId="{17058415-5499-8545-8F7C-934843F88A53}" srcOrd="0" destOrd="0" presId="urn:microsoft.com/office/officeart/2016/7/layout/RepeatingBendingProcessNew"/>
    <dgm:cxn modelId="{70E1A43B-D906-964A-9FC7-E335D0D7EDF6}" type="presParOf" srcId="{DE9BB46C-8443-6A40-8A09-FF00642813E5}" destId="{EAF1BE2E-3CBC-3142-AEF4-22448AD01573}" srcOrd="4" destOrd="0" presId="urn:microsoft.com/office/officeart/2016/7/layout/RepeatingBendingProcessNew"/>
    <dgm:cxn modelId="{73662FB9-EB80-5849-8445-F3964F23C97B}" type="presParOf" srcId="{DE9BB46C-8443-6A40-8A09-FF00642813E5}" destId="{0639B7FA-FED0-1B47-9886-D7125B7C0F6F}" srcOrd="5" destOrd="0" presId="urn:microsoft.com/office/officeart/2016/7/layout/RepeatingBendingProcessNew"/>
    <dgm:cxn modelId="{79148CCA-44D7-6B47-93C6-F32081C38C43}" type="presParOf" srcId="{0639B7FA-FED0-1B47-9886-D7125B7C0F6F}" destId="{50946606-D492-E44E-AD3A-8767A3017DB0}" srcOrd="0" destOrd="0" presId="urn:microsoft.com/office/officeart/2016/7/layout/RepeatingBendingProcessNew"/>
    <dgm:cxn modelId="{6ED8FE4D-D2FE-D24F-A3FC-B5B55D98D4E4}" type="presParOf" srcId="{DE9BB46C-8443-6A40-8A09-FF00642813E5}" destId="{005B932A-F18F-4546-ACD9-92F587F1D66E}" srcOrd="6" destOrd="0" presId="urn:microsoft.com/office/officeart/2016/7/layout/RepeatingBendingProcessNew"/>
    <dgm:cxn modelId="{09EE1F88-3D32-7A46-97E6-61CEB19AA505}" type="presParOf" srcId="{DE9BB46C-8443-6A40-8A09-FF00642813E5}" destId="{185CF077-951D-1348-86E9-29ABE4EEF9EB}" srcOrd="7" destOrd="0" presId="urn:microsoft.com/office/officeart/2016/7/layout/RepeatingBendingProcessNew"/>
    <dgm:cxn modelId="{0238A860-3B1B-1349-BF99-72243BCA9010}" type="presParOf" srcId="{185CF077-951D-1348-86E9-29ABE4EEF9EB}" destId="{73B7362A-7B14-DF45-AD40-809D91A2D7E4}" srcOrd="0" destOrd="0" presId="urn:microsoft.com/office/officeart/2016/7/layout/RepeatingBendingProcessNew"/>
    <dgm:cxn modelId="{3CC54313-F327-9F4E-859D-F6CA7EAEDFE5}" type="presParOf" srcId="{DE9BB46C-8443-6A40-8A09-FF00642813E5}" destId="{152D67C3-55FE-0549-AB50-0377058516C3}" srcOrd="8" destOrd="0" presId="urn:microsoft.com/office/officeart/2016/7/layout/RepeatingBendingProcessNew"/>
    <dgm:cxn modelId="{D92F97DB-9C1D-7248-A598-BC6B540AE625}" type="presParOf" srcId="{DE9BB46C-8443-6A40-8A09-FF00642813E5}" destId="{3C210274-2434-044F-AFA9-15E8AE9B30A4}" srcOrd="9" destOrd="0" presId="urn:microsoft.com/office/officeart/2016/7/layout/RepeatingBendingProcessNew"/>
    <dgm:cxn modelId="{AD55AF1D-A345-8242-A8BA-C51D98A4E18B}" type="presParOf" srcId="{3C210274-2434-044F-AFA9-15E8AE9B30A4}" destId="{3907FA0B-007D-574F-A370-756CB25DF4E5}" srcOrd="0" destOrd="0" presId="urn:microsoft.com/office/officeart/2016/7/layout/RepeatingBendingProcessNew"/>
    <dgm:cxn modelId="{89FD8931-4A23-764D-A4DE-D9FF63E938CF}" type="presParOf" srcId="{DE9BB46C-8443-6A40-8A09-FF00642813E5}" destId="{F1025233-70F3-E944-A3DE-BB1D243096AC}" srcOrd="10" destOrd="0" presId="urn:microsoft.com/office/officeart/2016/7/layout/RepeatingBendingProcessNew"/>
    <dgm:cxn modelId="{FBCE880A-E150-A24D-BDEC-7A28050E21C5}" type="presParOf" srcId="{DE9BB46C-8443-6A40-8A09-FF00642813E5}" destId="{91E9F82F-EFB0-294C-9462-4B99EF469806}" srcOrd="11" destOrd="0" presId="urn:microsoft.com/office/officeart/2016/7/layout/RepeatingBendingProcessNew"/>
    <dgm:cxn modelId="{C45BBDB6-5688-EB4B-869D-D9940AA12F1E}" type="presParOf" srcId="{91E9F82F-EFB0-294C-9462-4B99EF469806}" destId="{03E8DE64-37E4-EF43-ABE3-C9BE5CCDECFF}" srcOrd="0" destOrd="0" presId="urn:microsoft.com/office/officeart/2016/7/layout/RepeatingBendingProcessNew"/>
    <dgm:cxn modelId="{79BE1E53-F314-CB45-97B6-711104C69AF8}" type="presParOf" srcId="{DE9BB46C-8443-6A40-8A09-FF00642813E5}" destId="{E36A4769-FEF3-9549-B5B8-8A56A6758684}" srcOrd="12" destOrd="0" presId="urn:microsoft.com/office/officeart/2016/7/layout/RepeatingBendingProcessNew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C6A3A9DE-17A6-4560-A901-D970D63F8717}" type="doc">
      <dgm:prSet loTypeId="urn:microsoft.com/office/officeart/2016/7/layout/RepeatingBendingProcessNew" loCatId="process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C9BF1D70-4C63-43CA-876D-F94EB4805051}">
      <dgm:prSet/>
      <dgm:spPr/>
      <dgm:t>
        <a:bodyPr/>
        <a:lstStyle/>
        <a:p>
          <a:r>
            <a:rPr lang="en-US"/>
            <a:t>Tech Stack: Python (Flask), SQLAlchemy (ORM), SQLite, Bootstrap 5.</a:t>
          </a:r>
        </a:p>
      </dgm:t>
    </dgm:pt>
    <dgm:pt modelId="{B5674F20-E5FA-4922-A976-0E257137DBF3}" type="parTrans" cxnId="{261B625D-1288-4BFD-A5CF-51AC1007DE97}">
      <dgm:prSet/>
      <dgm:spPr/>
      <dgm:t>
        <a:bodyPr/>
        <a:lstStyle/>
        <a:p>
          <a:endParaRPr lang="en-US"/>
        </a:p>
      </dgm:t>
    </dgm:pt>
    <dgm:pt modelId="{E20A477F-5937-450C-9824-9FC42F0BC5ED}" type="sibTrans" cxnId="{261B625D-1288-4BFD-A5CF-51AC1007DE97}">
      <dgm:prSet/>
      <dgm:spPr/>
      <dgm:t>
        <a:bodyPr/>
        <a:lstStyle/>
        <a:p>
          <a:endParaRPr lang="en-US"/>
        </a:p>
      </dgm:t>
    </dgm:pt>
    <dgm:pt modelId="{95278BAD-DAE4-4AC1-BA3E-A4A50F34B626}">
      <dgm:prSet/>
      <dgm:spPr/>
      <dgm:t>
        <a:bodyPr/>
        <a:lstStyle/>
        <a:p>
          <a:r>
            <a:rPr lang="en-US"/>
            <a:t>Key Models (models.py):</a:t>
          </a:r>
        </a:p>
      </dgm:t>
    </dgm:pt>
    <dgm:pt modelId="{255C2BD1-16D3-441F-91B1-96CF9E19205E}" type="parTrans" cxnId="{71364894-CE3D-42BB-A9E5-276A0D6C17FA}">
      <dgm:prSet/>
      <dgm:spPr/>
      <dgm:t>
        <a:bodyPr/>
        <a:lstStyle/>
        <a:p>
          <a:endParaRPr lang="en-US"/>
        </a:p>
      </dgm:t>
    </dgm:pt>
    <dgm:pt modelId="{DF49A5FB-35D2-4A20-ABA2-6BB67357F9A8}" type="sibTrans" cxnId="{71364894-CE3D-42BB-A9E5-276A0D6C17FA}">
      <dgm:prSet/>
      <dgm:spPr/>
      <dgm:t>
        <a:bodyPr/>
        <a:lstStyle/>
        <a:p>
          <a:endParaRPr lang="en-US"/>
        </a:p>
      </dgm:t>
    </dgm:pt>
    <dgm:pt modelId="{1A79A2EF-A35F-4951-9474-72234F72AF52}">
      <dgm:prSet/>
      <dgm:spPr/>
      <dgm:t>
        <a:bodyPr/>
        <a:lstStyle/>
        <a:p>
          <a:r>
            <a:rPr lang="en-US"/>
            <a:t>- User: Handles authentication and currency prefs.</a:t>
          </a:r>
        </a:p>
      </dgm:t>
    </dgm:pt>
    <dgm:pt modelId="{25BFA5FB-D392-4BF5-A8D5-2261327C76D8}" type="parTrans" cxnId="{0699DAD6-63B6-46A2-AED2-22195AA2FF93}">
      <dgm:prSet/>
      <dgm:spPr/>
      <dgm:t>
        <a:bodyPr/>
        <a:lstStyle/>
        <a:p>
          <a:endParaRPr lang="en-US"/>
        </a:p>
      </dgm:t>
    </dgm:pt>
    <dgm:pt modelId="{6D0B9236-CCA7-4D36-AC33-84387B561F0B}" type="sibTrans" cxnId="{0699DAD6-63B6-46A2-AED2-22195AA2FF93}">
      <dgm:prSet/>
      <dgm:spPr/>
      <dgm:t>
        <a:bodyPr/>
        <a:lstStyle/>
        <a:p>
          <a:endParaRPr lang="en-US"/>
        </a:p>
      </dgm:t>
    </dgm:pt>
    <dgm:pt modelId="{F9873660-CC97-4DBF-9004-446FAA279882}">
      <dgm:prSet/>
      <dgm:spPr/>
      <dgm:t>
        <a:bodyPr/>
        <a:lstStyle/>
        <a:p>
          <a:r>
            <a:rPr lang="en-US"/>
            <a:t>- Transaction: Polymorphic design for Income/Expense.</a:t>
          </a:r>
        </a:p>
      </dgm:t>
    </dgm:pt>
    <dgm:pt modelId="{1FF19B4A-EC30-4605-A66D-F53FEB56906F}" type="parTrans" cxnId="{CE3AC1B4-BC3E-4979-922A-C25A8D2DC346}">
      <dgm:prSet/>
      <dgm:spPr/>
      <dgm:t>
        <a:bodyPr/>
        <a:lstStyle/>
        <a:p>
          <a:endParaRPr lang="en-US"/>
        </a:p>
      </dgm:t>
    </dgm:pt>
    <dgm:pt modelId="{C169A8CC-B8FC-480C-8B66-3716EACDF028}" type="sibTrans" cxnId="{CE3AC1B4-BC3E-4979-922A-C25A8D2DC346}">
      <dgm:prSet/>
      <dgm:spPr/>
      <dgm:t>
        <a:bodyPr/>
        <a:lstStyle/>
        <a:p>
          <a:endParaRPr lang="en-US"/>
        </a:p>
      </dgm:t>
    </dgm:pt>
    <dgm:pt modelId="{C6592902-E8A8-475F-B1CA-6CD5928D2890}">
      <dgm:prSet/>
      <dgm:spPr/>
      <dgm:t>
        <a:bodyPr/>
        <a:lstStyle/>
        <a:p>
          <a:r>
            <a:rPr lang="en-US"/>
            <a:t>- ScheduledReport: Manages automated background tasks.</a:t>
          </a:r>
        </a:p>
      </dgm:t>
    </dgm:pt>
    <dgm:pt modelId="{04B74850-44EF-45A1-9674-CC33594AEDEF}" type="parTrans" cxnId="{3FE7D573-DAEA-4EEC-945F-5984783197AA}">
      <dgm:prSet/>
      <dgm:spPr/>
      <dgm:t>
        <a:bodyPr/>
        <a:lstStyle/>
        <a:p>
          <a:endParaRPr lang="en-US"/>
        </a:p>
      </dgm:t>
    </dgm:pt>
    <dgm:pt modelId="{2136D6FB-F588-42F7-8252-393FECE41917}" type="sibTrans" cxnId="{3FE7D573-DAEA-4EEC-945F-5984783197AA}">
      <dgm:prSet/>
      <dgm:spPr/>
      <dgm:t>
        <a:bodyPr/>
        <a:lstStyle/>
        <a:p>
          <a:endParaRPr lang="en-US"/>
        </a:p>
      </dgm:t>
    </dgm:pt>
    <dgm:pt modelId="{C9402B5D-1C20-5841-9539-DDFE495E802C}" type="pres">
      <dgm:prSet presAssocID="{C6A3A9DE-17A6-4560-A901-D970D63F8717}" presName="Name0" presStyleCnt="0">
        <dgm:presLayoutVars>
          <dgm:dir/>
          <dgm:resizeHandles val="exact"/>
        </dgm:presLayoutVars>
      </dgm:prSet>
      <dgm:spPr/>
    </dgm:pt>
    <dgm:pt modelId="{397C73E6-ABDD-5548-A69B-638BCE997B42}" type="pres">
      <dgm:prSet presAssocID="{C9BF1D70-4C63-43CA-876D-F94EB4805051}" presName="node" presStyleLbl="node1" presStyleIdx="0" presStyleCnt="5">
        <dgm:presLayoutVars>
          <dgm:bulletEnabled val="1"/>
        </dgm:presLayoutVars>
      </dgm:prSet>
      <dgm:spPr/>
    </dgm:pt>
    <dgm:pt modelId="{F51689B5-D653-4142-B4A0-E18B1B9703EE}" type="pres">
      <dgm:prSet presAssocID="{E20A477F-5937-450C-9824-9FC42F0BC5ED}" presName="sibTrans" presStyleLbl="sibTrans1D1" presStyleIdx="0" presStyleCnt="4"/>
      <dgm:spPr/>
    </dgm:pt>
    <dgm:pt modelId="{7E8C27B5-74F6-1542-8ED0-73D35EC0AC03}" type="pres">
      <dgm:prSet presAssocID="{E20A477F-5937-450C-9824-9FC42F0BC5ED}" presName="connectorText" presStyleLbl="sibTrans1D1" presStyleIdx="0" presStyleCnt="4"/>
      <dgm:spPr/>
    </dgm:pt>
    <dgm:pt modelId="{B91F6DC5-3F9A-B44F-B94B-A2C69A68D1E1}" type="pres">
      <dgm:prSet presAssocID="{95278BAD-DAE4-4AC1-BA3E-A4A50F34B626}" presName="node" presStyleLbl="node1" presStyleIdx="1" presStyleCnt="5">
        <dgm:presLayoutVars>
          <dgm:bulletEnabled val="1"/>
        </dgm:presLayoutVars>
      </dgm:prSet>
      <dgm:spPr/>
    </dgm:pt>
    <dgm:pt modelId="{ACBF0FF8-CD5B-5E46-9529-026586D12BE4}" type="pres">
      <dgm:prSet presAssocID="{DF49A5FB-35D2-4A20-ABA2-6BB67357F9A8}" presName="sibTrans" presStyleLbl="sibTrans1D1" presStyleIdx="1" presStyleCnt="4"/>
      <dgm:spPr/>
    </dgm:pt>
    <dgm:pt modelId="{9CF71DB0-E97A-1F4D-B019-9568D53820B3}" type="pres">
      <dgm:prSet presAssocID="{DF49A5FB-35D2-4A20-ABA2-6BB67357F9A8}" presName="connectorText" presStyleLbl="sibTrans1D1" presStyleIdx="1" presStyleCnt="4"/>
      <dgm:spPr/>
    </dgm:pt>
    <dgm:pt modelId="{6A1C9766-8B45-C543-8B7A-9733B611D4C5}" type="pres">
      <dgm:prSet presAssocID="{1A79A2EF-A35F-4951-9474-72234F72AF52}" presName="node" presStyleLbl="node1" presStyleIdx="2" presStyleCnt="5">
        <dgm:presLayoutVars>
          <dgm:bulletEnabled val="1"/>
        </dgm:presLayoutVars>
      </dgm:prSet>
      <dgm:spPr/>
    </dgm:pt>
    <dgm:pt modelId="{B369B085-E4F7-1F43-844F-12A1BD518481}" type="pres">
      <dgm:prSet presAssocID="{6D0B9236-CCA7-4D36-AC33-84387B561F0B}" presName="sibTrans" presStyleLbl="sibTrans1D1" presStyleIdx="2" presStyleCnt="4"/>
      <dgm:spPr/>
    </dgm:pt>
    <dgm:pt modelId="{1425FDFF-C4D1-FB4B-9D9C-6F806465D402}" type="pres">
      <dgm:prSet presAssocID="{6D0B9236-CCA7-4D36-AC33-84387B561F0B}" presName="connectorText" presStyleLbl="sibTrans1D1" presStyleIdx="2" presStyleCnt="4"/>
      <dgm:spPr/>
    </dgm:pt>
    <dgm:pt modelId="{78556A5A-F863-5541-965D-3967F8531327}" type="pres">
      <dgm:prSet presAssocID="{F9873660-CC97-4DBF-9004-446FAA279882}" presName="node" presStyleLbl="node1" presStyleIdx="3" presStyleCnt="5">
        <dgm:presLayoutVars>
          <dgm:bulletEnabled val="1"/>
        </dgm:presLayoutVars>
      </dgm:prSet>
      <dgm:spPr/>
    </dgm:pt>
    <dgm:pt modelId="{4B598874-55B9-8C4A-89E4-627FCD4538B7}" type="pres">
      <dgm:prSet presAssocID="{C169A8CC-B8FC-480C-8B66-3716EACDF028}" presName="sibTrans" presStyleLbl="sibTrans1D1" presStyleIdx="3" presStyleCnt="4"/>
      <dgm:spPr/>
    </dgm:pt>
    <dgm:pt modelId="{2438E5CA-789E-1B44-9A0A-DDC6C8A03B5D}" type="pres">
      <dgm:prSet presAssocID="{C169A8CC-B8FC-480C-8B66-3716EACDF028}" presName="connectorText" presStyleLbl="sibTrans1D1" presStyleIdx="3" presStyleCnt="4"/>
      <dgm:spPr/>
    </dgm:pt>
    <dgm:pt modelId="{E820E9CC-51B8-794E-8493-C56838297590}" type="pres">
      <dgm:prSet presAssocID="{C6592902-E8A8-475F-B1CA-6CD5928D2890}" presName="node" presStyleLbl="node1" presStyleIdx="4" presStyleCnt="5">
        <dgm:presLayoutVars>
          <dgm:bulletEnabled val="1"/>
        </dgm:presLayoutVars>
      </dgm:prSet>
      <dgm:spPr/>
    </dgm:pt>
  </dgm:ptLst>
  <dgm:cxnLst>
    <dgm:cxn modelId="{46C0640F-F486-2344-A2C1-0A43B3EA196B}" type="presOf" srcId="{6D0B9236-CCA7-4D36-AC33-84387B561F0B}" destId="{1425FDFF-C4D1-FB4B-9D9C-6F806465D402}" srcOrd="1" destOrd="0" presId="urn:microsoft.com/office/officeart/2016/7/layout/RepeatingBendingProcessNew"/>
    <dgm:cxn modelId="{BB1A9417-1518-5242-8857-615F7D5F81CD}" type="presOf" srcId="{C9BF1D70-4C63-43CA-876D-F94EB4805051}" destId="{397C73E6-ABDD-5548-A69B-638BCE997B42}" srcOrd="0" destOrd="0" presId="urn:microsoft.com/office/officeart/2016/7/layout/RepeatingBendingProcessNew"/>
    <dgm:cxn modelId="{B83F6B20-5367-4D4A-AD75-BDF9CF2A0982}" type="presOf" srcId="{C169A8CC-B8FC-480C-8B66-3716EACDF028}" destId="{4B598874-55B9-8C4A-89E4-627FCD4538B7}" srcOrd="0" destOrd="0" presId="urn:microsoft.com/office/officeart/2016/7/layout/RepeatingBendingProcessNew"/>
    <dgm:cxn modelId="{D06D4F2C-9365-AF4B-84F0-371B6C34C468}" type="presOf" srcId="{6D0B9236-CCA7-4D36-AC33-84387B561F0B}" destId="{B369B085-E4F7-1F43-844F-12A1BD518481}" srcOrd="0" destOrd="0" presId="urn:microsoft.com/office/officeart/2016/7/layout/RepeatingBendingProcessNew"/>
    <dgm:cxn modelId="{468A9134-96CC-E444-BFBD-94E539555F69}" type="presOf" srcId="{F9873660-CC97-4DBF-9004-446FAA279882}" destId="{78556A5A-F863-5541-965D-3967F8531327}" srcOrd="0" destOrd="0" presId="urn:microsoft.com/office/officeart/2016/7/layout/RepeatingBendingProcessNew"/>
    <dgm:cxn modelId="{D28CB243-90A5-674A-B5F2-521C7A5E2A03}" type="presOf" srcId="{DF49A5FB-35D2-4A20-ABA2-6BB67357F9A8}" destId="{9CF71DB0-E97A-1F4D-B019-9568D53820B3}" srcOrd="1" destOrd="0" presId="urn:microsoft.com/office/officeart/2016/7/layout/RepeatingBendingProcessNew"/>
    <dgm:cxn modelId="{261B625D-1288-4BFD-A5CF-51AC1007DE97}" srcId="{C6A3A9DE-17A6-4560-A901-D970D63F8717}" destId="{C9BF1D70-4C63-43CA-876D-F94EB4805051}" srcOrd="0" destOrd="0" parTransId="{B5674F20-E5FA-4922-A976-0E257137DBF3}" sibTransId="{E20A477F-5937-450C-9824-9FC42F0BC5ED}"/>
    <dgm:cxn modelId="{DAC58163-EE1A-5440-87D7-8F3E91B5D5FA}" type="presOf" srcId="{1A79A2EF-A35F-4951-9474-72234F72AF52}" destId="{6A1C9766-8B45-C543-8B7A-9733B611D4C5}" srcOrd="0" destOrd="0" presId="urn:microsoft.com/office/officeart/2016/7/layout/RepeatingBendingProcessNew"/>
    <dgm:cxn modelId="{5C4EBA65-9942-B54F-B893-64BF7E05ABDF}" type="presOf" srcId="{DF49A5FB-35D2-4A20-ABA2-6BB67357F9A8}" destId="{ACBF0FF8-CD5B-5E46-9529-026586D12BE4}" srcOrd="0" destOrd="0" presId="urn:microsoft.com/office/officeart/2016/7/layout/RepeatingBendingProcessNew"/>
    <dgm:cxn modelId="{7FFBB170-D139-694A-93D5-F0F4B41A78B7}" type="presOf" srcId="{C6A3A9DE-17A6-4560-A901-D970D63F8717}" destId="{C9402B5D-1C20-5841-9539-DDFE495E802C}" srcOrd="0" destOrd="0" presId="urn:microsoft.com/office/officeart/2016/7/layout/RepeatingBendingProcessNew"/>
    <dgm:cxn modelId="{0F126072-674F-A243-9CCB-6A5DFCBEF4CA}" type="presOf" srcId="{C6592902-E8A8-475F-B1CA-6CD5928D2890}" destId="{E820E9CC-51B8-794E-8493-C56838297590}" srcOrd="0" destOrd="0" presId="urn:microsoft.com/office/officeart/2016/7/layout/RepeatingBendingProcessNew"/>
    <dgm:cxn modelId="{3FE7D573-DAEA-4EEC-945F-5984783197AA}" srcId="{C6A3A9DE-17A6-4560-A901-D970D63F8717}" destId="{C6592902-E8A8-475F-B1CA-6CD5928D2890}" srcOrd="4" destOrd="0" parTransId="{04B74850-44EF-45A1-9674-CC33594AEDEF}" sibTransId="{2136D6FB-F588-42F7-8252-393FECE41917}"/>
    <dgm:cxn modelId="{913B9C7D-68C9-C143-9B1A-9347068C67B7}" type="presOf" srcId="{95278BAD-DAE4-4AC1-BA3E-A4A50F34B626}" destId="{B91F6DC5-3F9A-B44F-B94B-A2C69A68D1E1}" srcOrd="0" destOrd="0" presId="urn:microsoft.com/office/officeart/2016/7/layout/RepeatingBendingProcessNew"/>
    <dgm:cxn modelId="{C514F98E-3671-6145-BD61-B5DFFBF8F717}" type="presOf" srcId="{C169A8CC-B8FC-480C-8B66-3716EACDF028}" destId="{2438E5CA-789E-1B44-9A0A-DDC6C8A03B5D}" srcOrd="1" destOrd="0" presId="urn:microsoft.com/office/officeart/2016/7/layout/RepeatingBendingProcessNew"/>
    <dgm:cxn modelId="{71364894-CE3D-42BB-A9E5-276A0D6C17FA}" srcId="{C6A3A9DE-17A6-4560-A901-D970D63F8717}" destId="{95278BAD-DAE4-4AC1-BA3E-A4A50F34B626}" srcOrd="1" destOrd="0" parTransId="{255C2BD1-16D3-441F-91B1-96CF9E19205E}" sibTransId="{DF49A5FB-35D2-4A20-ABA2-6BB67357F9A8}"/>
    <dgm:cxn modelId="{D781B996-8A95-A544-9A67-8B46555E2485}" type="presOf" srcId="{E20A477F-5937-450C-9824-9FC42F0BC5ED}" destId="{F51689B5-D653-4142-B4A0-E18B1B9703EE}" srcOrd="0" destOrd="0" presId="urn:microsoft.com/office/officeart/2016/7/layout/RepeatingBendingProcessNew"/>
    <dgm:cxn modelId="{E7BB86A8-EDE7-D847-9285-F803A8B32E9A}" type="presOf" srcId="{E20A477F-5937-450C-9824-9FC42F0BC5ED}" destId="{7E8C27B5-74F6-1542-8ED0-73D35EC0AC03}" srcOrd="1" destOrd="0" presId="urn:microsoft.com/office/officeart/2016/7/layout/RepeatingBendingProcessNew"/>
    <dgm:cxn modelId="{CE3AC1B4-BC3E-4979-922A-C25A8D2DC346}" srcId="{C6A3A9DE-17A6-4560-A901-D970D63F8717}" destId="{F9873660-CC97-4DBF-9004-446FAA279882}" srcOrd="3" destOrd="0" parTransId="{1FF19B4A-EC30-4605-A66D-F53FEB56906F}" sibTransId="{C169A8CC-B8FC-480C-8B66-3716EACDF028}"/>
    <dgm:cxn modelId="{0699DAD6-63B6-46A2-AED2-22195AA2FF93}" srcId="{C6A3A9DE-17A6-4560-A901-D970D63F8717}" destId="{1A79A2EF-A35F-4951-9474-72234F72AF52}" srcOrd="2" destOrd="0" parTransId="{25BFA5FB-D392-4BF5-A8D5-2261327C76D8}" sibTransId="{6D0B9236-CCA7-4D36-AC33-84387B561F0B}"/>
    <dgm:cxn modelId="{52FBBF3B-1420-EE49-A37E-45A062FAF522}" type="presParOf" srcId="{C9402B5D-1C20-5841-9539-DDFE495E802C}" destId="{397C73E6-ABDD-5548-A69B-638BCE997B42}" srcOrd="0" destOrd="0" presId="urn:microsoft.com/office/officeart/2016/7/layout/RepeatingBendingProcessNew"/>
    <dgm:cxn modelId="{A28E0024-801A-EA4A-A6EF-B5174B7CE073}" type="presParOf" srcId="{C9402B5D-1C20-5841-9539-DDFE495E802C}" destId="{F51689B5-D653-4142-B4A0-E18B1B9703EE}" srcOrd="1" destOrd="0" presId="urn:microsoft.com/office/officeart/2016/7/layout/RepeatingBendingProcessNew"/>
    <dgm:cxn modelId="{160B0442-A219-F749-9C4A-2B2AF18A0FA3}" type="presParOf" srcId="{F51689B5-D653-4142-B4A0-E18B1B9703EE}" destId="{7E8C27B5-74F6-1542-8ED0-73D35EC0AC03}" srcOrd="0" destOrd="0" presId="urn:microsoft.com/office/officeart/2016/7/layout/RepeatingBendingProcessNew"/>
    <dgm:cxn modelId="{C4843222-80FB-7F4A-8B21-B5B5CE4CF09F}" type="presParOf" srcId="{C9402B5D-1C20-5841-9539-DDFE495E802C}" destId="{B91F6DC5-3F9A-B44F-B94B-A2C69A68D1E1}" srcOrd="2" destOrd="0" presId="urn:microsoft.com/office/officeart/2016/7/layout/RepeatingBendingProcessNew"/>
    <dgm:cxn modelId="{0A6A0F0F-8438-7346-BEA1-E872F87C8C9E}" type="presParOf" srcId="{C9402B5D-1C20-5841-9539-DDFE495E802C}" destId="{ACBF0FF8-CD5B-5E46-9529-026586D12BE4}" srcOrd="3" destOrd="0" presId="urn:microsoft.com/office/officeart/2016/7/layout/RepeatingBendingProcessNew"/>
    <dgm:cxn modelId="{4D39D267-8D24-6B4C-BF24-2F34C584103A}" type="presParOf" srcId="{ACBF0FF8-CD5B-5E46-9529-026586D12BE4}" destId="{9CF71DB0-E97A-1F4D-B019-9568D53820B3}" srcOrd="0" destOrd="0" presId="urn:microsoft.com/office/officeart/2016/7/layout/RepeatingBendingProcessNew"/>
    <dgm:cxn modelId="{C1F46CB6-7D2E-C64F-AFEC-56A3E19B47C0}" type="presParOf" srcId="{C9402B5D-1C20-5841-9539-DDFE495E802C}" destId="{6A1C9766-8B45-C543-8B7A-9733B611D4C5}" srcOrd="4" destOrd="0" presId="urn:microsoft.com/office/officeart/2016/7/layout/RepeatingBendingProcessNew"/>
    <dgm:cxn modelId="{20EDBAA6-475A-B645-A9ED-60616AC6BA34}" type="presParOf" srcId="{C9402B5D-1C20-5841-9539-DDFE495E802C}" destId="{B369B085-E4F7-1F43-844F-12A1BD518481}" srcOrd="5" destOrd="0" presId="urn:microsoft.com/office/officeart/2016/7/layout/RepeatingBendingProcessNew"/>
    <dgm:cxn modelId="{6C2C3149-013A-384B-80F9-1906B4C84503}" type="presParOf" srcId="{B369B085-E4F7-1F43-844F-12A1BD518481}" destId="{1425FDFF-C4D1-FB4B-9D9C-6F806465D402}" srcOrd="0" destOrd="0" presId="urn:microsoft.com/office/officeart/2016/7/layout/RepeatingBendingProcessNew"/>
    <dgm:cxn modelId="{FFED3E98-5410-9642-B0F1-AC5AEDB29FCF}" type="presParOf" srcId="{C9402B5D-1C20-5841-9539-DDFE495E802C}" destId="{78556A5A-F863-5541-965D-3967F8531327}" srcOrd="6" destOrd="0" presId="urn:microsoft.com/office/officeart/2016/7/layout/RepeatingBendingProcessNew"/>
    <dgm:cxn modelId="{C9E849C4-0699-8A49-B0B4-4DD272CA2E3B}" type="presParOf" srcId="{C9402B5D-1C20-5841-9539-DDFE495E802C}" destId="{4B598874-55B9-8C4A-89E4-627FCD4538B7}" srcOrd="7" destOrd="0" presId="urn:microsoft.com/office/officeart/2016/7/layout/RepeatingBendingProcessNew"/>
    <dgm:cxn modelId="{9EF33441-CEB3-4040-954B-3A5E72CE28AE}" type="presParOf" srcId="{4B598874-55B9-8C4A-89E4-627FCD4538B7}" destId="{2438E5CA-789E-1B44-9A0A-DDC6C8A03B5D}" srcOrd="0" destOrd="0" presId="urn:microsoft.com/office/officeart/2016/7/layout/RepeatingBendingProcessNew"/>
    <dgm:cxn modelId="{95AA10F4-1D5A-5040-B83C-9E1FEED85C3A}" type="presParOf" srcId="{C9402B5D-1C20-5841-9539-DDFE495E802C}" destId="{E820E9CC-51B8-794E-8493-C56838297590}" srcOrd="8" destOrd="0" presId="urn:microsoft.com/office/officeart/2016/7/layout/RepeatingBendingProcessNew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CA28A4FB-837C-46B1-A7C5-A97D068780D7}" type="doc">
      <dgm:prSet loTypeId="urn:microsoft.com/office/officeart/2018/2/layout/IconCircle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CDB29028-202B-4889-A249-750F8902F1FA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Objective: Provide actionable insights (User Story 2, 5).</a:t>
          </a:r>
        </a:p>
      </dgm:t>
    </dgm:pt>
    <dgm:pt modelId="{FE2EE589-2A8D-4981-ADB6-6F39020EE512}" type="parTrans" cxnId="{B13C9AA3-7EB4-40E6-90FA-F95AEF83E412}">
      <dgm:prSet/>
      <dgm:spPr/>
      <dgm:t>
        <a:bodyPr/>
        <a:lstStyle/>
        <a:p>
          <a:endParaRPr lang="en-US"/>
        </a:p>
      </dgm:t>
    </dgm:pt>
    <dgm:pt modelId="{BDD69A4A-D644-44E7-B2D5-C948AB959EC6}" type="sibTrans" cxnId="{B13C9AA3-7EB4-40E6-90FA-F95AEF83E412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97BC1F67-59F1-49CA-B53B-DC4DED1E170C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Implementation:</a:t>
          </a:r>
        </a:p>
      </dgm:t>
    </dgm:pt>
    <dgm:pt modelId="{256E9644-21D6-4029-97FA-89348D870C8F}" type="parTrans" cxnId="{53FE5A9B-CDB9-4B50-B09C-890C05A0E507}">
      <dgm:prSet/>
      <dgm:spPr/>
      <dgm:t>
        <a:bodyPr/>
        <a:lstStyle/>
        <a:p>
          <a:endParaRPr lang="en-US"/>
        </a:p>
      </dgm:t>
    </dgm:pt>
    <dgm:pt modelId="{4AFFF581-249F-409F-B523-18FCE369BF04}" type="sibTrans" cxnId="{53FE5A9B-CDB9-4B50-B09C-890C05A0E507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9D3CE884-0F3E-4A12-A7C3-7F57946862F3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- Dynamic Spending Calculation in 'home' route.</a:t>
          </a:r>
        </a:p>
      </dgm:t>
    </dgm:pt>
    <dgm:pt modelId="{7C0B5B37-CE5E-48C4-9D11-8F77E371B291}" type="parTrans" cxnId="{9D2B42BD-CA67-47F7-BE92-FFC5EF44D324}">
      <dgm:prSet/>
      <dgm:spPr/>
      <dgm:t>
        <a:bodyPr/>
        <a:lstStyle/>
        <a:p>
          <a:endParaRPr lang="en-US"/>
        </a:p>
      </dgm:t>
    </dgm:pt>
    <dgm:pt modelId="{5276091D-5E43-4FDF-B0DA-8BB120B4D98C}" type="sibTrans" cxnId="{9D2B42BD-CA67-47F7-BE92-FFC5EF44D324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0D9425FF-0229-4B6D-97B8-C89A08F0FE69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- Visual Feedback: Logic determines progress bar colors.</a:t>
          </a:r>
        </a:p>
      </dgm:t>
    </dgm:pt>
    <dgm:pt modelId="{43B16EAB-8358-45C3-9485-3298DE28EDDA}" type="parTrans" cxnId="{C3B85661-B5FB-45D2-9840-024110C9F9BC}">
      <dgm:prSet/>
      <dgm:spPr/>
      <dgm:t>
        <a:bodyPr/>
        <a:lstStyle/>
        <a:p>
          <a:endParaRPr lang="en-US"/>
        </a:p>
      </dgm:t>
    </dgm:pt>
    <dgm:pt modelId="{9EE1DBE4-D4C4-4180-88CE-88339C6638AB}" type="sibTrans" cxnId="{C3B85661-B5FB-45D2-9840-024110C9F9BC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0D2E29C1-87FE-49A0-8841-2A0F48C0D492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- Green &lt; 70% | Yellow 70-90% | Red &gt; 90%.</a:t>
          </a:r>
        </a:p>
      </dgm:t>
    </dgm:pt>
    <dgm:pt modelId="{1E95AE9B-8BBD-45B0-A871-416B2B39C8E8}" type="parTrans" cxnId="{FEC919F8-1A00-4843-87CF-CE143151AC9B}">
      <dgm:prSet/>
      <dgm:spPr/>
      <dgm:t>
        <a:bodyPr/>
        <a:lstStyle/>
        <a:p>
          <a:endParaRPr lang="en-US"/>
        </a:p>
      </dgm:t>
    </dgm:pt>
    <dgm:pt modelId="{3920A596-1AF6-49BC-85F0-53E1BE3E9A1E}" type="sibTrans" cxnId="{FEC919F8-1A00-4843-87CF-CE143151AC9B}">
      <dgm:prSet/>
      <dgm:spPr/>
      <dgm:t>
        <a:bodyPr/>
        <a:lstStyle/>
        <a:p>
          <a:endParaRPr lang="en-US"/>
        </a:p>
      </dgm:t>
    </dgm:pt>
    <dgm:pt modelId="{9EEDB0CB-BE96-4000-893B-3ECD63C1D0C7}" type="pres">
      <dgm:prSet presAssocID="{CA28A4FB-837C-46B1-A7C5-A97D068780D7}" presName="root" presStyleCnt="0">
        <dgm:presLayoutVars>
          <dgm:dir/>
          <dgm:resizeHandles val="exact"/>
        </dgm:presLayoutVars>
      </dgm:prSet>
      <dgm:spPr/>
    </dgm:pt>
    <dgm:pt modelId="{271528B0-794E-48E6-8E31-F91ADEF5706E}" type="pres">
      <dgm:prSet presAssocID="{CA28A4FB-837C-46B1-A7C5-A97D068780D7}" presName="container" presStyleCnt="0">
        <dgm:presLayoutVars>
          <dgm:dir/>
          <dgm:resizeHandles val="exact"/>
        </dgm:presLayoutVars>
      </dgm:prSet>
      <dgm:spPr/>
    </dgm:pt>
    <dgm:pt modelId="{0BE23792-D36B-457C-80F3-5C78D7281D46}" type="pres">
      <dgm:prSet presAssocID="{CDB29028-202B-4889-A249-750F8902F1FA}" presName="compNode" presStyleCnt="0"/>
      <dgm:spPr/>
    </dgm:pt>
    <dgm:pt modelId="{F60F41B9-F32D-4996-9FAA-BF034C68B48E}" type="pres">
      <dgm:prSet presAssocID="{CDB29028-202B-4889-A249-750F8902F1FA}" presName="iconBgRect" presStyleLbl="bgShp" presStyleIdx="0" presStyleCnt="5"/>
      <dgm:spPr/>
    </dgm:pt>
    <dgm:pt modelId="{71941091-4D08-4509-9346-F1B46C7AA97E}" type="pres">
      <dgm:prSet presAssocID="{CDB29028-202B-4889-A249-750F8902F1FA}" presName="iconRect" presStyleLbl="node1" presStyleIdx="0" presStyleCnt="5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lapper board"/>
        </a:ext>
      </dgm:extLst>
    </dgm:pt>
    <dgm:pt modelId="{71329BCE-5694-4A4E-9C24-96EA3A27DD56}" type="pres">
      <dgm:prSet presAssocID="{CDB29028-202B-4889-A249-750F8902F1FA}" presName="spaceRect" presStyleCnt="0"/>
      <dgm:spPr/>
    </dgm:pt>
    <dgm:pt modelId="{9C8AF2A4-6ABE-4B84-BD11-AADF4C635872}" type="pres">
      <dgm:prSet presAssocID="{CDB29028-202B-4889-A249-750F8902F1FA}" presName="textRect" presStyleLbl="revTx" presStyleIdx="0" presStyleCnt="5">
        <dgm:presLayoutVars>
          <dgm:chMax val="1"/>
          <dgm:chPref val="1"/>
        </dgm:presLayoutVars>
      </dgm:prSet>
      <dgm:spPr/>
    </dgm:pt>
    <dgm:pt modelId="{697F7239-D536-43F3-B790-586363E0A56F}" type="pres">
      <dgm:prSet presAssocID="{BDD69A4A-D644-44E7-B2D5-C948AB959EC6}" presName="sibTrans" presStyleLbl="sibTrans2D1" presStyleIdx="0" presStyleCnt="0"/>
      <dgm:spPr/>
    </dgm:pt>
    <dgm:pt modelId="{A15B5C73-8158-4375-B720-2D3BE147841E}" type="pres">
      <dgm:prSet presAssocID="{97BC1F67-59F1-49CA-B53B-DC4DED1E170C}" presName="compNode" presStyleCnt="0"/>
      <dgm:spPr/>
    </dgm:pt>
    <dgm:pt modelId="{2E8464C9-2F11-49DF-A10D-CAB3B57AF4B3}" type="pres">
      <dgm:prSet presAssocID="{97BC1F67-59F1-49CA-B53B-DC4DED1E170C}" presName="iconBgRect" presStyleLbl="bgShp" presStyleIdx="1" presStyleCnt="5"/>
      <dgm:spPr/>
    </dgm:pt>
    <dgm:pt modelId="{261AD834-C6D2-41D6-A814-7A5B494081F2}" type="pres">
      <dgm:prSet presAssocID="{97BC1F67-59F1-49CA-B53B-DC4DED1E170C}" presName="iconRect" presStyleLbl="node1" presStyleIdx="1" presStyleCnt="5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Flowchart"/>
        </a:ext>
      </dgm:extLst>
    </dgm:pt>
    <dgm:pt modelId="{AE204571-A0B0-44C1-B22F-460557EB99FF}" type="pres">
      <dgm:prSet presAssocID="{97BC1F67-59F1-49CA-B53B-DC4DED1E170C}" presName="spaceRect" presStyleCnt="0"/>
      <dgm:spPr/>
    </dgm:pt>
    <dgm:pt modelId="{D7834220-B623-44AE-82C2-ED2684137A39}" type="pres">
      <dgm:prSet presAssocID="{97BC1F67-59F1-49CA-B53B-DC4DED1E170C}" presName="textRect" presStyleLbl="revTx" presStyleIdx="1" presStyleCnt="5">
        <dgm:presLayoutVars>
          <dgm:chMax val="1"/>
          <dgm:chPref val="1"/>
        </dgm:presLayoutVars>
      </dgm:prSet>
      <dgm:spPr/>
    </dgm:pt>
    <dgm:pt modelId="{9A6A461A-39B5-46AC-A35F-2B4C7692C0E8}" type="pres">
      <dgm:prSet presAssocID="{4AFFF581-249F-409F-B523-18FCE369BF04}" presName="sibTrans" presStyleLbl="sibTrans2D1" presStyleIdx="0" presStyleCnt="0"/>
      <dgm:spPr/>
    </dgm:pt>
    <dgm:pt modelId="{83F245D9-998C-4EA4-BB3C-4AFDDCDE25DF}" type="pres">
      <dgm:prSet presAssocID="{9D3CE884-0F3E-4A12-A7C3-7F57946862F3}" presName="compNode" presStyleCnt="0"/>
      <dgm:spPr/>
    </dgm:pt>
    <dgm:pt modelId="{5E13740A-54FC-49CA-A421-67DA27039AF1}" type="pres">
      <dgm:prSet presAssocID="{9D3CE884-0F3E-4A12-A7C3-7F57946862F3}" presName="iconBgRect" presStyleLbl="bgShp" presStyleIdx="2" presStyleCnt="5"/>
      <dgm:spPr/>
    </dgm:pt>
    <dgm:pt modelId="{2663E293-F61F-4159-8955-26CCFA70CC87}" type="pres">
      <dgm:prSet presAssocID="{9D3CE884-0F3E-4A12-A7C3-7F57946862F3}" presName="iconRect" presStyleLbl="node1" presStyleIdx="2" presStyleCnt="5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alculator"/>
        </a:ext>
      </dgm:extLst>
    </dgm:pt>
    <dgm:pt modelId="{F6DDBE3E-F36B-483F-8EA5-44320B3C2E43}" type="pres">
      <dgm:prSet presAssocID="{9D3CE884-0F3E-4A12-A7C3-7F57946862F3}" presName="spaceRect" presStyleCnt="0"/>
      <dgm:spPr/>
    </dgm:pt>
    <dgm:pt modelId="{B67E7ED6-3EC2-4F3B-BDCE-26CBDD69E63E}" type="pres">
      <dgm:prSet presAssocID="{9D3CE884-0F3E-4A12-A7C3-7F57946862F3}" presName="textRect" presStyleLbl="revTx" presStyleIdx="2" presStyleCnt="5">
        <dgm:presLayoutVars>
          <dgm:chMax val="1"/>
          <dgm:chPref val="1"/>
        </dgm:presLayoutVars>
      </dgm:prSet>
      <dgm:spPr/>
    </dgm:pt>
    <dgm:pt modelId="{6E719BC2-0BA2-4BFF-93A1-EE2655CD5DBE}" type="pres">
      <dgm:prSet presAssocID="{5276091D-5E43-4FDF-B0DA-8BB120B4D98C}" presName="sibTrans" presStyleLbl="sibTrans2D1" presStyleIdx="0" presStyleCnt="0"/>
      <dgm:spPr/>
    </dgm:pt>
    <dgm:pt modelId="{EBDD97B9-46FD-4D96-8803-A0D233CB7780}" type="pres">
      <dgm:prSet presAssocID="{0D9425FF-0229-4B6D-97B8-C89A08F0FE69}" presName="compNode" presStyleCnt="0"/>
      <dgm:spPr/>
    </dgm:pt>
    <dgm:pt modelId="{A1BA8EC9-FE81-478F-95A2-DAD6864E299C}" type="pres">
      <dgm:prSet presAssocID="{0D9425FF-0229-4B6D-97B8-C89A08F0FE69}" presName="iconBgRect" presStyleLbl="bgShp" presStyleIdx="3" presStyleCnt="5"/>
      <dgm:spPr/>
    </dgm:pt>
    <dgm:pt modelId="{E018952D-8C94-4A16-AFDD-21ACD86327D7}" type="pres">
      <dgm:prSet presAssocID="{0D9425FF-0229-4B6D-97B8-C89A08F0FE69}" presName="iconRect" presStyleLbl="node1" presStyleIdx="3" presStyleCnt="5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Programmer"/>
        </a:ext>
      </dgm:extLst>
    </dgm:pt>
    <dgm:pt modelId="{D16FB6D6-BD24-4D11-95C0-7D98D16F1820}" type="pres">
      <dgm:prSet presAssocID="{0D9425FF-0229-4B6D-97B8-C89A08F0FE69}" presName="spaceRect" presStyleCnt="0"/>
      <dgm:spPr/>
    </dgm:pt>
    <dgm:pt modelId="{13B43587-7A48-4CD6-B9D9-5E8ABA9E124B}" type="pres">
      <dgm:prSet presAssocID="{0D9425FF-0229-4B6D-97B8-C89A08F0FE69}" presName="textRect" presStyleLbl="revTx" presStyleIdx="3" presStyleCnt="5">
        <dgm:presLayoutVars>
          <dgm:chMax val="1"/>
          <dgm:chPref val="1"/>
        </dgm:presLayoutVars>
      </dgm:prSet>
      <dgm:spPr/>
    </dgm:pt>
    <dgm:pt modelId="{E133E40A-3D1D-4884-8696-483513A83F67}" type="pres">
      <dgm:prSet presAssocID="{9EE1DBE4-D4C4-4180-88CE-88339C6638AB}" presName="sibTrans" presStyleLbl="sibTrans2D1" presStyleIdx="0" presStyleCnt="0"/>
      <dgm:spPr/>
    </dgm:pt>
    <dgm:pt modelId="{DDF7E0BC-5DFB-4152-80F0-77CB53C4074B}" type="pres">
      <dgm:prSet presAssocID="{0D2E29C1-87FE-49A0-8841-2A0F48C0D492}" presName="compNode" presStyleCnt="0"/>
      <dgm:spPr/>
    </dgm:pt>
    <dgm:pt modelId="{8D8708F4-1F79-4500-B029-E3E9484D3BF1}" type="pres">
      <dgm:prSet presAssocID="{0D2E29C1-87FE-49A0-8841-2A0F48C0D492}" presName="iconBgRect" presStyleLbl="bgShp" presStyleIdx="4" presStyleCnt="5"/>
      <dgm:spPr/>
    </dgm:pt>
    <dgm:pt modelId="{19DD3579-1D35-4D2A-95D3-B0D147B17563}" type="pres">
      <dgm:prSet presAssocID="{0D2E29C1-87FE-49A0-8841-2A0F48C0D492}" presName="iconRect" presStyleLbl="node1" presStyleIdx="4" presStyleCnt="5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Refresh"/>
        </a:ext>
      </dgm:extLst>
    </dgm:pt>
    <dgm:pt modelId="{B7DA9EF8-C0A4-4CCA-9D79-692A5CE5B37A}" type="pres">
      <dgm:prSet presAssocID="{0D2E29C1-87FE-49A0-8841-2A0F48C0D492}" presName="spaceRect" presStyleCnt="0"/>
      <dgm:spPr/>
    </dgm:pt>
    <dgm:pt modelId="{8DB6AB17-0189-40FB-A8C3-8A0CA274817B}" type="pres">
      <dgm:prSet presAssocID="{0D2E29C1-87FE-49A0-8841-2A0F48C0D492}" presName="textRect" presStyleLbl="revTx" presStyleIdx="4" presStyleCnt="5">
        <dgm:presLayoutVars>
          <dgm:chMax val="1"/>
          <dgm:chPref val="1"/>
        </dgm:presLayoutVars>
      </dgm:prSet>
      <dgm:spPr/>
    </dgm:pt>
  </dgm:ptLst>
  <dgm:cxnLst>
    <dgm:cxn modelId="{03129C18-D38F-491C-B25F-AC77F52ED4EF}" type="presOf" srcId="{BDD69A4A-D644-44E7-B2D5-C948AB959EC6}" destId="{697F7239-D536-43F3-B790-586363E0A56F}" srcOrd="0" destOrd="0" presId="urn:microsoft.com/office/officeart/2018/2/layout/IconCircleList"/>
    <dgm:cxn modelId="{39D54134-C315-4273-9F7E-CE4D5BC6C469}" type="presOf" srcId="{0D9425FF-0229-4B6D-97B8-C89A08F0FE69}" destId="{13B43587-7A48-4CD6-B9D9-5E8ABA9E124B}" srcOrd="0" destOrd="0" presId="urn:microsoft.com/office/officeart/2018/2/layout/IconCircleList"/>
    <dgm:cxn modelId="{49F00F3E-B893-467C-A204-8CDFF09E8F81}" type="presOf" srcId="{4AFFF581-249F-409F-B523-18FCE369BF04}" destId="{9A6A461A-39B5-46AC-A35F-2B4C7692C0E8}" srcOrd="0" destOrd="0" presId="urn:microsoft.com/office/officeart/2018/2/layout/IconCircleList"/>
    <dgm:cxn modelId="{FB62FE4B-8A72-4B1C-ACC9-A2C21A1DF598}" type="presOf" srcId="{CDB29028-202B-4889-A249-750F8902F1FA}" destId="{9C8AF2A4-6ABE-4B84-BD11-AADF4C635872}" srcOrd="0" destOrd="0" presId="urn:microsoft.com/office/officeart/2018/2/layout/IconCircleList"/>
    <dgm:cxn modelId="{8FFBD05C-ACC0-41A6-B015-BC5D543E289A}" type="presOf" srcId="{CA28A4FB-837C-46B1-A7C5-A97D068780D7}" destId="{9EEDB0CB-BE96-4000-893B-3ECD63C1D0C7}" srcOrd="0" destOrd="0" presId="urn:microsoft.com/office/officeart/2018/2/layout/IconCircleList"/>
    <dgm:cxn modelId="{C3B85661-B5FB-45D2-9840-024110C9F9BC}" srcId="{CA28A4FB-837C-46B1-A7C5-A97D068780D7}" destId="{0D9425FF-0229-4B6D-97B8-C89A08F0FE69}" srcOrd="3" destOrd="0" parTransId="{43B16EAB-8358-45C3-9485-3298DE28EDDA}" sibTransId="{9EE1DBE4-D4C4-4180-88CE-88339C6638AB}"/>
    <dgm:cxn modelId="{53FE5A9B-CDB9-4B50-B09C-890C05A0E507}" srcId="{CA28A4FB-837C-46B1-A7C5-A97D068780D7}" destId="{97BC1F67-59F1-49CA-B53B-DC4DED1E170C}" srcOrd="1" destOrd="0" parTransId="{256E9644-21D6-4029-97FA-89348D870C8F}" sibTransId="{4AFFF581-249F-409F-B523-18FCE369BF04}"/>
    <dgm:cxn modelId="{B13C9AA3-7EB4-40E6-90FA-F95AEF83E412}" srcId="{CA28A4FB-837C-46B1-A7C5-A97D068780D7}" destId="{CDB29028-202B-4889-A249-750F8902F1FA}" srcOrd="0" destOrd="0" parTransId="{FE2EE589-2A8D-4981-ADB6-6F39020EE512}" sibTransId="{BDD69A4A-D644-44E7-B2D5-C948AB959EC6}"/>
    <dgm:cxn modelId="{9D2B42BD-CA67-47F7-BE92-FFC5EF44D324}" srcId="{CA28A4FB-837C-46B1-A7C5-A97D068780D7}" destId="{9D3CE884-0F3E-4A12-A7C3-7F57946862F3}" srcOrd="2" destOrd="0" parTransId="{7C0B5B37-CE5E-48C4-9D11-8F77E371B291}" sibTransId="{5276091D-5E43-4FDF-B0DA-8BB120B4D98C}"/>
    <dgm:cxn modelId="{889C2DC7-5A55-4829-8419-4CA2DEC2C5C8}" type="presOf" srcId="{9D3CE884-0F3E-4A12-A7C3-7F57946862F3}" destId="{B67E7ED6-3EC2-4F3B-BDCE-26CBDD69E63E}" srcOrd="0" destOrd="0" presId="urn:microsoft.com/office/officeart/2018/2/layout/IconCircleList"/>
    <dgm:cxn modelId="{E4424ED6-BAB4-4B16-A77E-B4D276FEE55B}" type="presOf" srcId="{5276091D-5E43-4FDF-B0DA-8BB120B4D98C}" destId="{6E719BC2-0BA2-4BFF-93A1-EE2655CD5DBE}" srcOrd="0" destOrd="0" presId="urn:microsoft.com/office/officeart/2018/2/layout/IconCircleList"/>
    <dgm:cxn modelId="{91453EE4-5A5C-46D0-B2D0-42AE8A69661A}" type="presOf" srcId="{9EE1DBE4-D4C4-4180-88CE-88339C6638AB}" destId="{E133E40A-3D1D-4884-8696-483513A83F67}" srcOrd="0" destOrd="0" presId="urn:microsoft.com/office/officeart/2018/2/layout/IconCircleList"/>
    <dgm:cxn modelId="{B3505BE8-DDAA-4A95-86A2-2E38A69CA98A}" type="presOf" srcId="{97BC1F67-59F1-49CA-B53B-DC4DED1E170C}" destId="{D7834220-B623-44AE-82C2-ED2684137A39}" srcOrd="0" destOrd="0" presId="urn:microsoft.com/office/officeart/2018/2/layout/IconCircleList"/>
    <dgm:cxn modelId="{5DE043F1-A710-479A-AC95-2ADE476608C8}" type="presOf" srcId="{0D2E29C1-87FE-49A0-8841-2A0F48C0D492}" destId="{8DB6AB17-0189-40FB-A8C3-8A0CA274817B}" srcOrd="0" destOrd="0" presId="urn:microsoft.com/office/officeart/2018/2/layout/IconCircleList"/>
    <dgm:cxn modelId="{FEC919F8-1A00-4843-87CF-CE143151AC9B}" srcId="{CA28A4FB-837C-46B1-A7C5-A97D068780D7}" destId="{0D2E29C1-87FE-49A0-8841-2A0F48C0D492}" srcOrd="4" destOrd="0" parTransId="{1E95AE9B-8BBD-45B0-A871-416B2B39C8E8}" sibTransId="{3920A596-1AF6-49BC-85F0-53E1BE3E9A1E}"/>
    <dgm:cxn modelId="{6BCBB3CB-9AA6-409E-A783-F2B34FD2817B}" type="presParOf" srcId="{9EEDB0CB-BE96-4000-893B-3ECD63C1D0C7}" destId="{271528B0-794E-48E6-8E31-F91ADEF5706E}" srcOrd="0" destOrd="0" presId="urn:microsoft.com/office/officeart/2018/2/layout/IconCircleList"/>
    <dgm:cxn modelId="{E4CC6019-5F90-4FAC-9E44-C00250A8E551}" type="presParOf" srcId="{271528B0-794E-48E6-8E31-F91ADEF5706E}" destId="{0BE23792-D36B-457C-80F3-5C78D7281D46}" srcOrd="0" destOrd="0" presId="urn:microsoft.com/office/officeart/2018/2/layout/IconCircleList"/>
    <dgm:cxn modelId="{108FBC0F-BA76-40DA-80A7-D01263A4D755}" type="presParOf" srcId="{0BE23792-D36B-457C-80F3-5C78D7281D46}" destId="{F60F41B9-F32D-4996-9FAA-BF034C68B48E}" srcOrd="0" destOrd="0" presId="urn:microsoft.com/office/officeart/2018/2/layout/IconCircleList"/>
    <dgm:cxn modelId="{3772C52A-DC87-45FA-96B1-C6D3DA06BB59}" type="presParOf" srcId="{0BE23792-D36B-457C-80F3-5C78D7281D46}" destId="{71941091-4D08-4509-9346-F1B46C7AA97E}" srcOrd="1" destOrd="0" presId="urn:microsoft.com/office/officeart/2018/2/layout/IconCircleList"/>
    <dgm:cxn modelId="{06D3FF2D-AC58-4BF6-ADC9-A648C7F024FD}" type="presParOf" srcId="{0BE23792-D36B-457C-80F3-5C78D7281D46}" destId="{71329BCE-5694-4A4E-9C24-96EA3A27DD56}" srcOrd="2" destOrd="0" presId="urn:microsoft.com/office/officeart/2018/2/layout/IconCircleList"/>
    <dgm:cxn modelId="{5580F9DB-C750-40E3-BC52-7112BDC47F71}" type="presParOf" srcId="{0BE23792-D36B-457C-80F3-5C78D7281D46}" destId="{9C8AF2A4-6ABE-4B84-BD11-AADF4C635872}" srcOrd="3" destOrd="0" presId="urn:microsoft.com/office/officeart/2018/2/layout/IconCircleList"/>
    <dgm:cxn modelId="{7FA8C738-CD28-4524-8B8B-F6184D69CAED}" type="presParOf" srcId="{271528B0-794E-48E6-8E31-F91ADEF5706E}" destId="{697F7239-D536-43F3-B790-586363E0A56F}" srcOrd="1" destOrd="0" presId="urn:microsoft.com/office/officeart/2018/2/layout/IconCircleList"/>
    <dgm:cxn modelId="{90C21D65-6A42-4FFA-AE43-96365A3BA5BD}" type="presParOf" srcId="{271528B0-794E-48E6-8E31-F91ADEF5706E}" destId="{A15B5C73-8158-4375-B720-2D3BE147841E}" srcOrd="2" destOrd="0" presId="urn:microsoft.com/office/officeart/2018/2/layout/IconCircleList"/>
    <dgm:cxn modelId="{2289C2D6-87E3-4C88-A8B9-2393247361ED}" type="presParOf" srcId="{A15B5C73-8158-4375-B720-2D3BE147841E}" destId="{2E8464C9-2F11-49DF-A10D-CAB3B57AF4B3}" srcOrd="0" destOrd="0" presId="urn:microsoft.com/office/officeart/2018/2/layout/IconCircleList"/>
    <dgm:cxn modelId="{C23E6255-3019-4AED-8F18-2850F436330B}" type="presParOf" srcId="{A15B5C73-8158-4375-B720-2D3BE147841E}" destId="{261AD834-C6D2-41D6-A814-7A5B494081F2}" srcOrd="1" destOrd="0" presId="urn:microsoft.com/office/officeart/2018/2/layout/IconCircleList"/>
    <dgm:cxn modelId="{FF54F3FF-00DE-4B14-A35B-D484208AB8EE}" type="presParOf" srcId="{A15B5C73-8158-4375-B720-2D3BE147841E}" destId="{AE204571-A0B0-44C1-B22F-460557EB99FF}" srcOrd="2" destOrd="0" presId="urn:microsoft.com/office/officeart/2018/2/layout/IconCircleList"/>
    <dgm:cxn modelId="{124010DD-C754-4C0C-84D5-CC4649733736}" type="presParOf" srcId="{A15B5C73-8158-4375-B720-2D3BE147841E}" destId="{D7834220-B623-44AE-82C2-ED2684137A39}" srcOrd="3" destOrd="0" presId="urn:microsoft.com/office/officeart/2018/2/layout/IconCircleList"/>
    <dgm:cxn modelId="{853E65AF-C530-4FDE-9402-D897D0726ED4}" type="presParOf" srcId="{271528B0-794E-48E6-8E31-F91ADEF5706E}" destId="{9A6A461A-39B5-46AC-A35F-2B4C7692C0E8}" srcOrd="3" destOrd="0" presId="urn:microsoft.com/office/officeart/2018/2/layout/IconCircleList"/>
    <dgm:cxn modelId="{93077DEA-7E4E-46FD-B121-238DC7312DE1}" type="presParOf" srcId="{271528B0-794E-48E6-8E31-F91ADEF5706E}" destId="{83F245D9-998C-4EA4-BB3C-4AFDDCDE25DF}" srcOrd="4" destOrd="0" presId="urn:microsoft.com/office/officeart/2018/2/layout/IconCircleList"/>
    <dgm:cxn modelId="{E27FBF60-9E30-4A88-A506-F08585C5FE62}" type="presParOf" srcId="{83F245D9-998C-4EA4-BB3C-4AFDDCDE25DF}" destId="{5E13740A-54FC-49CA-A421-67DA27039AF1}" srcOrd="0" destOrd="0" presId="urn:microsoft.com/office/officeart/2018/2/layout/IconCircleList"/>
    <dgm:cxn modelId="{A9BE9572-6FC4-425E-ACE8-76BF456DBD49}" type="presParOf" srcId="{83F245D9-998C-4EA4-BB3C-4AFDDCDE25DF}" destId="{2663E293-F61F-4159-8955-26CCFA70CC87}" srcOrd="1" destOrd="0" presId="urn:microsoft.com/office/officeart/2018/2/layout/IconCircleList"/>
    <dgm:cxn modelId="{41D51FD2-1ED9-47FC-B667-A98020A2C79F}" type="presParOf" srcId="{83F245D9-998C-4EA4-BB3C-4AFDDCDE25DF}" destId="{F6DDBE3E-F36B-483F-8EA5-44320B3C2E43}" srcOrd="2" destOrd="0" presId="urn:microsoft.com/office/officeart/2018/2/layout/IconCircleList"/>
    <dgm:cxn modelId="{9EB00B91-2009-4EA9-BD99-53999E96486B}" type="presParOf" srcId="{83F245D9-998C-4EA4-BB3C-4AFDDCDE25DF}" destId="{B67E7ED6-3EC2-4F3B-BDCE-26CBDD69E63E}" srcOrd="3" destOrd="0" presId="urn:microsoft.com/office/officeart/2018/2/layout/IconCircleList"/>
    <dgm:cxn modelId="{99DE0111-5E0E-4F30-BA48-BB23DDA3D1F7}" type="presParOf" srcId="{271528B0-794E-48E6-8E31-F91ADEF5706E}" destId="{6E719BC2-0BA2-4BFF-93A1-EE2655CD5DBE}" srcOrd="5" destOrd="0" presId="urn:microsoft.com/office/officeart/2018/2/layout/IconCircleList"/>
    <dgm:cxn modelId="{99E097B5-AEC6-42F8-B7AD-7307D9721F00}" type="presParOf" srcId="{271528B0-794E-48E6-8E31-F91ADEF5706E}" destId="{EBDD97B9-46FD-4D96-8803-A0D233CB7780}" srcOrd="6" destOrd="0" presId="urn:microsoft.com/office/officeart/2018/2/layout/IconCircleList"/>
    <dgm:cxn modelId="{D09F281C-C2B8-4AD6-9C7F-36C4E9653257}" type="presParOf" srcId="{EBDD97B9-46FD-4D96-8803-A0D233CB7780}" destId="{A1BA8EC9-FE81-478F-95A2-DAD6864E299C}" srcOrd="0" destOrd="0" presId="urn:microsoft.com/office/officeart/2018/2/layout/IconCircleList"/>
    <dgm:cxn modelId="{CC6EA9A4-8D45-43D0-BF67-92C63DAE521A}" type="presParOf" srcId="{EBDD97B9-46FD-4D96-8803-A0D233CB7780}" destId="{E018952D-8C94-4A16-AFDD-21ACD86327D7}" srcOrd="1" destOrd="0" presId="urn:microsoft.com/office/officeart/2018/2/layout/IconCircleList"/>
    <dgm:cxn modelId="{0F288D85-8D2D-4F54-B343-C624B0DEBF00}" type="presParOf" srcId="{EBDD97B9-46FD-4D96-8803-A0D233CB7780}" destId="{D16FB6D6-BD24-4D11-95C0-7D98D16F1820}" srcOrd="2" destOrd="0" presId="urn:microsoft.com/office/officeart/2018/2/layout/IconCircleList"/>
    <dgm:cxn modelId="{03F9194E-C39F-4689-8181-53523824AEA2}" type="presParOf" srcId="{EBDD97B9-46FD-4D96-8803-A0D233CB7780}" destId="{13B43587-7A48-4CD6-B9D9-5E8ABA9E124B}" srcOrd="3" destOrd="0" presId="urn:microsoft.com/office/officeart/2018/2/layout/IconCircleList"/>
    <dgm:cxn modelId="{EB06E04E-151E-477E-B4B7-4AFC8D63A838}" type="presParOf" srcId="{271528B0-794E-48E6-8E31-F91ADEF5706E}" destId="{E133E40A-3D1D-4884-8696-483513A83F67}" srcOrd="7" destOrd="0" presId="urn:microsoft.com/office/officeart/2018/2/layout/IconCircleList"/>
    <dgm:cxn modelId="{A04A07CF-C795-4F73-8DA0-EE4036242DE6}" type="presParOf" srcId="{271528B0-794E-48E6-8E31-F91ADEF5706E}" destId="{DDF7E0BC-5DFB-4152-80F0-77CB53C4074B}" srcOrd="8" destOrd="0" presId="urn:microsoft.com/office/officeart/2018/2/layout/IconCircleList"/>
    <dgm:cxn modelId="{A34ACDF6-A64C-4E42-B46D-54EF3A177EAE}" type="presParOf" srcId="{DDF7E0BC-5DFB-4152-80F0-77CB53C4074B}" destId="{8D8708F4-1F79-4500-B029-E3E9484D3BF1}" srcOrd="0" destOrd="0" presId="urn:microsoft.com/office/officeart/2018/2/layout/IconCircleList"/>
    <dgm:cxn modelId="{3E5B5F8C-85ED-4A47-BB04-01D03C326175}" type="presParOf" srcId="{DDF7E0BC-5DFB-4152-80F0-77CB53C4074B}" destId="{19DD3579-1D35-4D2A-95D3-B0D147B17563}" srcOrd="1" destOrd="0" presId="urn:microsoft.com/office/officeart/2018/2/layout/IconCircleList"/>
    <dgm:cxn modelId="{38D9E1BD-4EFF-4BB2-B4D4-6762B179A2BC}" type="presParOf" srcId="{DDF7E0BC-5DFB-4152-80F0-77CB53C4074B}" destId="{B7DA9EF8-C0A4-4CCA-9D79-692A5CE5B37A}" srcOrd="2" destOrd="0" presId="urn:microsoft.com/office/officeart/2018/2/layout/IconCircleList"/>
    <dgm:cxn modelId="{5AA8635D-197F-4042-A322-6C6830187920}" type="presParOf" srcId="{DDF7E0BC-5DFB-4152-80F0-77CB53C4074B}" destId="{8DB6AB17-0189-40FB-A8C3-8A0CA274817B}" srcOrd="3" destOrd="0" presId="urn:microsoft.com/office/officeart/2018/2/layout/IconCircle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DEC447DA-2694-4B72-AE2E-45202F7CE3B1}" type="doc">
      <dgm:prSet loTypeId="urn:microsoft.com/office/officeart/2018/2/layout/IconCircle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0D527984-45E8-4C69-9906-638820016AAE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Objective: Data portability and compliance (Story 10, 12).</a:t>
          </a:r>
        </a:p>
      </dgm:t>
    </dgm:pt>
    <dgm:pt modelId="{92CD17EB-474C-40F6-99BC-F379098B86AD}" type="parTrans" cxnId="{45336E9F-3B8A-42FE-B479-34999BABE6D1}">
      <dgm:prSet/>
      <dgm:spPr/>
      <dgm:t>
        <a:bodyPr/>
        <a:lstStyle/>
        <a:p>
          <a:endParaRPr lang="en-US"/>
        </a:p>
      </dgm:t>
    </dgm:pt>
    <dgm:pt modelId="{9364B8C1-2F1F-473B-842B-97132749DDA1}" type="sibTrans" cxnId="{45336E9F-3B8A-42FE-B479-34999BABE6D1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9785AFF0-5985-4392-A998-5A216EAFCFA2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Features:</a:t>
          </a:r>
        </a:p>
      </dgm:t>
    </dgm:pt>
    <dgm:pt modelId="{008D3954-3DE4-4F5B-97CB-3C3B47E974E6}" type="parTrans" cxnId="{44B1D5E9-DE9B-4166-A6BA-303768B9A5D9}">
      <dgm:prSet/>
      <dgm:spPr/>
      <dgm:t>
        <a:bodyPr/>
        <a:lstStyle/>
        <a:p>
          <a:endParaRPr lang="en-US"/>
        </a:p>
      </dgm:t>
    </dgm:pt>
    <dgm:pt modelId="{8AA6EE45-41A7-4DAE-98F1-CC3B8AFBB404}" type="sibTrans" cxnId="{44B1D5E9-DE9B-4166-A6BA-303768B9A5D9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58C19FC6-FA3A-4F75-A96A-AD40F3F5163A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- PDF Generation: Programmatic drawing via ReportLab.</a:t>
          </a:r>
        </a:p>
      </dgm:t>
    </dgm:pt>
    <dgm:pt modelId="{FB53448F-2A65-40CB-9F69-038739531505}" type="parTrans" cxnId="{43EE718C-FA78-4778-B361-1EB626AB1AAE}">
      <dgm:prSet/>
      <dgm:spPr/>
      <dgm:t>
        <a:bodyPr/>
        <a:lstStyle/>
        <a:p>
          <a:endParaRPr lang="en-US"/>
        </a:p>
      </dgm:t>
    </dgm:pt>
    <dgm:pt modelId="{16CF7E17-B402-4D5F-8131-868A9C799AB4}" type="sibTrans" cxnId="{43EE718C-FA78-4778-B361-1EB626AB1AAE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D01E123A-D213-4CA8-949E-060369CC5F43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- CSV Export: In-memory buffer handling.</a:t>
          </a:r>
        </a:p>
      </dgm:t>
    </dgm:pt>
    <dgm:pt modelId="{1866645F-94A4-4FFE-AA18-21F221DBD7DF}" type="parTrans" cxnId="{0A6B89F9-668E-4FA3-8D5C-DCF2CAE2DCE2}">
      <dgm:prSet/>
      <dgm:spPr/>
      <dgm:t>
        <a:bodyPr/>
        <a:lstStyle/>
        <a:p>
          <a:endParaRPr lang="en-US"/>
        </a:p>
      </dgm:t>
    </dgm:pt>
    <dgm:pt modelId="{DA5CE93E-AC64-4FE0-96DC-F198119EC74A}" type="sibTrans" cxnId="{0A6B89F9-668E-4FA3-8D5C-DCF2CAE2DCE2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8D9C2113-C37E-4242-8D35-422AE3AFCCC4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- Tax Summary: Filtering for deductible categories.</a:t>
          </a:r>
        </a:p>
      </dgm:t>
    </dgm:pt>
    <dgm:pt modelId="{C84AEB20-B20F-4995-8AF6-80B9D800FCFA}" type="parTrans" cxnId="{855573FB-682F-48AD-8360-162D4EB1B3D9}">
      <dgm:prSet/>
      <dgm:spPr/>
      <dgm:t>
        <a:bodyPr/>
        <a:lstStyle/>
        <a:p>
          <a:endParaRPr lang="en-US"/>
        </a:p>
      </dgm:t>
    </dgm:pt>
    <dgm:pt modelId="{1350F7BC-D859-4A09-9C3E-C3702ACC5478}" type="sibTrans" cxnId="{855573FB-682F-48AD-8360-162D4EB1B3D9}">
      <dgm:prSet/>
      <dgm:spPr/>
      <dgm:t>
        <a:bodyPr/>
        <a:lstStyle/>
        <a:p>
          <a:endParaRPr lang="en-US"/>
        </a:p>
      </dgm:t>
    </dgm:pt>
    <dgm:pt modelId="{C5C062F5-71EF-4EBB-9D01-ED39A67DD8AF}" type="pres">
      <dgm:prSet presAssocID="{DEC447DA-2694-4B72-AE2E-45202F7CE3B1}" presName="root" presStyleCnt="0">
        <dgm:presLayoutVars>
          <dgm:dir/>
          <dgm:resizeHandles val="exact"/>
        </dgm:presLayoutVars>
      </dgm:prSet>
      <dgm:spPr/>
    </dgm:pt>
    <dgm:pt modelId="{3685BB4D-1D8C-4D83-8B48-BA81D66AE10C}" type="pres">
      <dgm:prSet presAssocID="{DEC447DA-2694-4B72-AE2E-45202F7CE3B1}" presName="container" presStyleCnt="0">
        <dgm:presLayoutVars>
          <dgm:dir/>
          <dgm:resizeHandles val="exact"/>
        </dgm:presLayoutVars>
      </dgm:prSet>
      <dgm:spPr/>
    </dgm:pt>
    <dgm:pt modelId="{92E0ABEE-C33A-46B8-874F-CA72343AA536}" type="pres">
      <dgm:prSet presAssocID="{0D527984-45E8-4C69-9906-638820016AAE}" presName="compNode" presStyleCnt="0"/>
      <dgm:spPr/>
    </dgm:pt>
    <dgm:pt modelId="{D4C4E70B-D286-40CF-8500-FE8D69927093}" type="pres">
      <dgm:prSet presAssocID="{0D527984-45E8-4C69-9906-638820016AAE}" presName="iconBgRect" presStyleLbl="bgShp" presStyleIdx="0" presStyleCnt="5"/>
      <dgm:spPr/>
    </dgm:pt>
    <dgm:pt modelId="{DFF94C61-E153-416D-9547-3F4ED13013BC}" type="pres">
      <dgm:prSet presAssocID="{0D527984-45E8-4C69-9906-638820016AAE}" presName="iconRect" presStyleLbl="node1" presStyleIdx="0" presStyleCnt="5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Bank"/>
        </a:ext>
      </dgm:extLst>
    </dgm:pt>
    <dgm:pt modelId="{77712E52-9D04-4B2E-A5CC-D7EA85370EF3}" type="pres">
      <dgm:prSet presAssocID="{0D527984-45E8-4C69-9906-638820016AAE}" presName="spaceRect" presStyleCnt="0"/>
      <dgm:spPr/>
    </dgm:pt>
    <dgm:pt modelId="{5A7B8B6B-605C-470A-8843-F9EC933C5E04}" type="pres">
      <dgm:prSet presAssocID="{0D527984-45E8-4C69-9906-638820016AAE}" presName="textRect" presStyleLbl="revTx" presStyleIdx="0" presStyleCnt="5">
        <dgm:presLayoutVars>
          <dgm:chMax val="1"/>
          <dgm:chPref val="1"/>
        </dgm:presLayoutVars>
      </dgm:prSet>
      <dgm:spPr/>
    </dgm:pt>
    <dgm:pt modelId="{4D09F184-797F-4EF4-A16C-7FA81B6CCA0A}" type="pres">
      <dgm:prSet presAssocID="{9364B8C1-2F1F-473B-842B-97132749DDA1}" presName="sibTrans" presStyleLbl="sibTrans2D1" presStyleIdx="0" presStyleCnt="0"/>
      <dgm:spPr/>
    </dgm:pt>
    <dgm:pt modelId="{2E9D6026-7D13-4E52-AA3A-CCB2A8332414}" type="pres">
      <dgm:prSet presAssocID="{9785AFF0-5985-4392-A998-5A216EAFCFA2}" presName="compNode" presStyleCnt="0"/>
      <dgm:spPr/>
    </dgm:pt>
    <dgm:pt modelId="{9B194855-9395-42E4-B0D1-6D09E11B9EBC}" type="pres">
      <dgm:prSet presAssocID="{9785AFF0-5985-4392-A998-5A216EAFCFA2}" presName="iconBgRect" presStyleLbl="bgShp" presStyleIdx="1" presStyleCnt="5"/>
      <dgm:spPr/>
    </dgm:pt>
    <dgm:pt modelId="{BFBDCEF4-E6F8-4A3C-AECA-7B9ADB19497C}" type="pres">
      <dgm:prSet presAssocID="{9785AFF0-5985-4392-A998-5A216EAFCFA2}" presName="iconRect" presStyleLbl="node1" presStyleIdx="1" presStyleCnt="5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heckmark"/>
        </a:ext>
      </dgm:extLst>
    </dgm:pt>
    <dgm:pt modelId="{E9023004-3FB2-44A1-8BD4-B367A8323F92}" type="pres">
      <dgm:prSet presAssocID="{9785AFF0-5985-4392-A998-5A216EAFCFA2}" presName="spaceRect" presStyleCnt="0"/>
      <dgm:spPr/>
    </dgm:pt>
    <dgm:pt modelId="{5610564F-FDFD-4826-B255-63BAF7A3FE01}" type="pres">
      <dgm:prSet presAssocID="{9785AFF0-5985-4392-A998-5A216EAFCFA2}" presName="textRect" presStyleLbl="revTx" presStyleIdx="1" presStyleCnt="5">
        <dgm:presLayoutVars>
          <dgm:chMax val="1"/>
          <dgm:chPref val="1"/>
        </dgm:presLayoutVars>
      </dgm:prSet>
      <dgm:spPr/>
    </dgm:pt>
    <dgm:pt modelId="{ADF6EADD-BCAD-4B81-99D7-B231AC250740}" type="pres">
      <dgm:prSet presAssocID="{8AA6EE45-41A7-4DAE-98F1-CC3B8AFBB404}" presName="sibTrans" presStyleLbl="sibTrans2D1" presStyleIdx="0" presStyleCnt="0"/>
      <dgm:spPr/>
    </dgm:pt>
    <dgm:pt modelId="{F74783D7-C84A-4BE2-81AA-7A7D70E19437}" type="pres">
      <dgm:prSet presAssocID="{58C19FC6-FA3A-4F75-A96A-AD40F3F5163A}" presName="compNode" presStyleCnt="0"/>
      <dgm:spPr/>
    </dgm:pt>
    <dgm:pt modelId="{E3997CF3-8A85-49B5-95E0-E0126117D75A}" type="pres">
      <dgm:prSet presAssocID="{58C19FC6-FA3A-4F75-A96A-AD40F3F5163A}" presName="iconBgRect" presStyleLbl="bgShp" presStyleIdx="2" presStyleCnt="5"/>
      <dgm:spPr/>
    </dgm:pt>
    <dgm:pt modelId="{08E2FCB9-8486-4A06-8F29-18DC0AA9D6F2}" type="pres">
      <dgm:prSet presAssocID="{58C19FC6-FA3A-4F75-A96A-AD40F3F5163A}" presName="iconRect" presStyleLbl="node1" presStyleIdx="2" presStyleCnt="5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Document"/>
        </a:ext>
      </dgm:extLst>
    </dgm:pt>
    <dgm:pt modelId="{39DF7DE9-54C0-4E7F-85A4-D6AE5F3537DA}" type="pres">
      <dgm:prSet presAssocID="{58C19FC6-FA3A-4F75-A96A-AD40F3F5163A}" presName="spaceRect" presStyleCnt="0"/>
      <dgm:spPr/>
    </dgm:pt>
    <dgm:pt modelId="{F5A25D3F-8BC6-4974-B4C5-97FB8ABEF4C8}" type="pres">
      <dgm:prSet presAssocID="{58C19FC6-FA3A-4F75-A96A-AD40F3F5163A}" presName="textRect" presStyleLbl="revTx" presStyleIdx="2" presStyleCnt="5">
        <dgm:presLayoutVars>
          <dgm:chMax val="1"/>
          <dgm:chPref val="1"/>
        </dgm:presLayoutVars>
      </dgm:prSet>
      <dgm:spPr/>
    </dgm:pt>
    <dgm:pt modelId="{1B99DB20-4B56-4ABE-B37D-1C92634EB9BD}" type="pres">
      <dgm:prSet presAssocID="{16CF7E17-B402-4D5F-8131-868A9C799AB4}" presName="sibTrans" presStyleLbl="sibTrans2D1" presStyleIdx="0" presStyleCnt="0"/>
      <dgm:spPr/>
    </dgm:pt>
    <dgm:pt modelId="{E256D8A2-8DC9-43D9-8F49-BFB9B6BDA98F}" type="pres">
      <dgm:prSet presAssocID="{D01E123A-D213-4CA8-949E-060369CC5F43}" presName="compNode" presStyleCnt="0"/>
      <dgm:spPr/>
    </dgm:pt>
    <dgm:pt modelId="{447A59B5-4E29-4287-986B-D2A89205552E}" type="pres">
      <dgm:prSet presAssocID="{D01E123A-D213-4CA8-949E-060369CC5F43}" presName="iconBgRect" presStyleLbl="bgShp" presStyleIdx="3" presStyleCnt="5"/>
      <dgm:spPr/>
    </dgm:pt>
    <dgm:pt modelId="{FF195D22-B292-42D8-BC98-1DA1A5750C6F}" type="pres">
      <dgm:prSet presAssocID="{D01E123A-D213-4CA8-949E-060369CC5F43}" presName="iconRect" presStyleLbl="node1" presStyleIdx="3" presStyleCnt="5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Flowchart"/>
        </a:ext>
      </dgm:extLst>
    </dgm:pt>
    <dgm:pt modelId="{36D08E52-0DD1-4EF0-81D2-BE19B975F0AF}" type="pres">
      <dgm:prSet presAssocID="{D01E123A-D213-4CA8-949E-060369CC5F43}" presName="spaceRect" presStyleCnt="0"/>
      <dgm:spPr/>
    </dgm:pt>
    <dgm:pt modelId="{7C2BB43D-A3B6-46DA-BB2A-2E5423B702B0}" type="pres">
      <dgm:prSet presAssocID="{D01E123A-D213-4CA8-949E-060369CC5F43}" presName="textRect" presStyleLbl="revTx" presStyleIdx="3" presStyleCnt="5">
        <dgm:presLayoutVars>
          <dgm:chMax val="1"/>
          <dgm:chPref val="1"/>
        </dgm:presLayoutVars>
      </dgm:prSet>
      <dgm:spPr/>
    </dgm:pt>
    <dgm:pt modelId="{1FA1A437-5A07-46A7-AC1D-3ED8564E349B}" type="pres">
      <dgm:prSet presAssocID="{DA5CE93E-AC64-4FE0-96DC-F198119EC74A}" presName="sibTrans" presStyleLbl="sibTrans2D1" presStyleIdx="0" presStyleCnt="0"/>
      <dgm:spPr/>
    </dgm:pt>
    <dgm:pt modelId="{A88D7A20-6533-42C4-8FDF-D00F6E3EC57C}" type="pres">
      <dgm:prSet presAssocID="{8D9C2113-C37E-4242-8D35-422AE3AFCCC4}" presName="compNode" presStyleCnt="0"/>
      <dgm:spPr/>
    </dgm:pt>
    <dgm:pt modelId="{075C8826-E42D-4D52-BE65-429FCDD64192}" type="pres">
      <dgm:prSet presAssocID="{8D9C2113-C37E-4242-8D35-422AE3AFCCC4}" presName="iconBgRect" presStyleLbl="bgShp" presStyleIdx="4" presStyleCnt="5"/>
      <dgm:spPr/>
    </dgm:pt>
    <dgm:pt modelId="{42865AAE-4C6C-4015-8DAD-22197F11B934}" type="pres">
      <dgm:prSet presAssocID="{8D9C2113-C37E-4242-8D35-422AE3AFCCC4}" presName="iconRect" presStyleLbl="node1" presStyleIdx="4" presStyleCnt="5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Filter"/>
        </a:ext>
      </dgm:extLst>
    </dgm:pt>
    <dgm:pt modelId="{E1E0BC8C-BDDE-4B32-94E6-A1F7563765BD}" type="pres">
      <dgm:prSet presAssocID="{8D9C2113-C37E-4242-8D35-422AE3AFCCC4}" presName="spaceRect" presStyleCnt="0"/>
      <dgm:spPr/>
    </dgm:pt>
    <dgm:pt modelId="{6A41A44D-27EA-45F6-8F7F-F99B8A145EFA}" type="pres">
      <dgm:prSet presAssocID="{8D9C2113-C37E-4242-8D35-422AE3AFCCC4}" presName="textRect" presStyleLbl="revTx" presStyleIdx="4" presStyleCnt="5">
        <dgm:presLayoutVars>
          <dgm:chMax val="1"/>
          <dgm:chPref val="1"/>
        </dgm:presLayoutVars>
      </dgm:prSet>
      <dgm:spPr/>
    </dgm:pt>
  </dgm:ptLst>
  <dgm:cxnLst>
    <dgm:cxn modelId="{D595A81A-E138-4A76-8DF0-98C41BDD1F06}" type="presOf" srcId="{9364B8C1-2F1F-473B-842B-97132749DDA1}" destId="{4D09F184-797F-4EF4-A16C-7FA81B6CCA0A}" srcOrd="0" destOrd="0" presId="urn:microsoft.com/office/officeart/2018/2/layout/IconCircleList"/>
    <dgm:cxn modelId="{A145A22E-5689-49EB-BC5B-4D2B6226FFA6}" type="presOf" srcId="{0D527984-45E8-4C69-9906-638820016AAE}" destId="{5A7B8B6B-605C-470A-8843-F9EC933C5E04}" srcOrd="0" destOrd="0" presId="urn:microsoft.com/office/officeart/2018/2/layout/IconCircleList"/>
    <dgm:cxn modelId="{BAA3AF31-FF1D-48CD-B691-9A04FBC2DD81}" type="presOf" srcId="{DEC447DA-2694-4B72-AE2E-45202F7CE3B1}" destId="{C5C062F5-71EF-4EBB-9D01-ED39A67DD8AF}" srcOrd="0" destOrd="0" presId="urn:microsoft.com/office/officeart/2018/2/layout/IconCircleList"/>
    <dgm:cxn modelId="{22F13D83-0A47-4316-AD71-10E437AF25FF}" type="presOf" srcId="{8D9C2113-C37E-4242-8D35-422AE3AFCCC4}" destId="{6A41A44D-27EA-45F6-8F7F-F99B8A145EFA}" srcOrd="0" destOrd="0" presId="urn:microsoft.com/office/officeart/2018/2/layout/IconCircleList"/>
    <dgm:cxn modelId="{43EE718C-FA78-4778-B361-1EB626AB1AAE}" srcId="{DEC447DA-2694-4B72-AE2E-45202F7CE3B1}" destId="{58C19FC6-FA3A-4F75-A96A-AD40F3F5163A}" srcOrd="2" destOrd="0" parTransId="{FB53448F-2A65-40CB-9F69-038739531505}" sibTransId="{16CF7E17-B402-4D5F-8131-868A9C799AB4}"/>
    <dgm:cxn modelId="{45336E9F-3B8A-42FE-B479-34999BABE6D1}" srcId="{DEC447DA-2694-4B72-AE2E-45202F7CE3B1}" destId="{0D527984-45E8-4C69-9906-638820016AAE}" srcOrd="0" destOrd="0" parTransId="{92CD17EB-474C-40F6-99BC-F379098B86AD}" sibTransId="{9364B8C1-2F1F-473B-842B-97132749DDA1}"/>
    <dgm:cxn modelId="{239D98A2-6DA9-4B53-A7C9-31AB05BBD86C}" type="presOf" srcId="{16CF7E17-B402-4D5F-8131-868A9C799AB4}" destId="{1B99DB20-4B56-4ABE-B37D-1C92634EB9BD}" srcOrd="0" destOrd="0" presId="urn:microsoft.com/office/officeart/2018/2/layout/IconCircleList"/>
    <dgm:cxn modelId="{F9F2ABB3-AD3E-4D94-AC5B-5A6A6C6A51E7}" type="presOf" srcId="{DA5CE93E-AC64-4FE0-96DC-F198119EC74A}" destId="{1FA1A437-5A07-46A7-AC1D-3ED8564E349B}" srcOrd="0" destOrd="0" presId="urn:microsoft.com/office/officeart/2018/2/layout/IconCircleList"/>
    <dgm:cxn modelId="{3C8E88C9-98E0-4A23-81C0-EEF64409A34C}" type="presOf" srcId="{9785AFF0-5985-4392-A998-5A216EAFCFA2}" destId="{5610564F-FDFD-4826-B255-63BAF7A3FE01}" srcOrd="0" destOrd="0" presId="urn:microsoft.com/office/officeart/2018/2/layout/IconCircleList"/>
    <dgm:cxn modelId="{C12EADD4-4667-4A01-8477-F9CD717B7F05}" type="presOf" srcId="{58C19FC6-FA3A-4F75-A96A-AD40F3F5163A}" destId="{F5A25D3F-8BC6-4974-B4C5-97FB8ABEF4C8}" srcOrd="0" destOrd="0" presId="urn:microsoft.com/office/officeart/2018/2/layout/IconCircleList"/>
    <dgm:cxn modelId="{F084CBD6-3E65-4E02-9866-77C2E28789B7}" type="presOf" srcId="{D01E123A-D213-4CA8-949E-060369CC5F43}" destId="{7C2BB43D-A3B6-46DA-BB2A-2E5423B702B0}" srcOrd="0" destOrd="0" presId="urn:microsoft.com/office/officeart/2018/2/layout/IconCircleList"/>
    <dgm:cxn modelId="{3713C2DD-87D2-49D9-9C0C-875BC4573316}" type="presOf" srcId="{8AA6EE45-41A7-4DAE-98F1-CC3B8AFBB404}" destId="{ADF6EADD-BCAD-4B81-99D7-B231AC250740}" srcOrd="0" destOrd="0" presId="urn:microsoft.com/office/officeart/2018/2/layout/IconCircleList"/>
    <dgm:cxn modelId="{44B1D5E9-DE9B-4166-A6BA-303768B9A5D9}" srcId="{DEC447DA-2694-4B72-AE2E-45202F7CE3B1}" destId="{9785AFF0-5985-4392-A998-5A216EAFCFA2}" srcOrd="1" destOrd="0" parTransId="{008D3954-3DE4-4F5B-97CB-3C3B47E974E6}" sibTransId="{8AA6EE45-41A7-4DAE-98F1-CC3B8AFBB404}"/>
    <dgm:cxn modelId="{0A6B89F9-668E-4FA3-8D5C-DCF2CAE2DCE2}" srcId="{DEC447DA-2694-4B72-AE2E-45202F7CE3B1}" destId="{D01E123A-D213-4CA8-949E-060369CC5F43}" srcOrd="3" destOrd="0" parTransId="{1866645F-94A4-4FFE-AA18-21F221DBD7DF}" sibTransId="{DA5CE93E-AC64-4FE0-96DC-F198119EC74A}"/>
    <dgm:cxn modelId="{855573FB-682F-48AD-8360-162D4EB1B3D9}" srcId="{DEC447DA-2694-4B72-AE2E-45202F7CE3B1}" destId="{8D9C2113-C37E-4242-8D35-422AE3AFCCC4}" srcOrd="4" destOrd="0" parTransId="{C84AEB20-B20F-4995-8AF6-80B9D800FCFA}" sibTransId="{1350F7BC-D859-4A09-9C3E-C3702ACC5478}"/>
    <dgm:cxn modelId="{CBE051F3-973D-4A28-85D6-2C1D96E8E03E}" type="presParOf" srcId="{C5C062F5-71EF-4EBB-9D01-ED39A67DD8AF}" destId="{3685BB4D-1D8C-4D83-8B48-BA81D66AE10C}" srcOrd="0" destOrd="0" presId="urn:microsoft.com/office/officeart/2018/2/layout/IconCircleList"/>
    <dgm:cxn modelId="{FFA11E61-4C51-4450-8857-FF55BAA20F0A}" type="presParOf" srcId="{3685BB4D-1D8C-4D83-8B48-BA81D66AE10C}" destId="{92E0ABEE-C33A-46B8-874F-CA72343AA536}" srcOrd="0" destOrd="0" presId="urn:microsoft.com/office/officeart/2018/2/layout/IconCircleList"/>
    <dgm:cxn modelId="{3011FABA-F78A-484A-BCDB-E2DA19017C38}" type="presParOf" srcId="{92E0ABEE-C33A-46B8-874F-CA72343AA536}" destId="{D4C4E70B-D286-40CF-8500-FE8D69927093}" srcOrd="0" destOrd="0" presId="urn:microsoft.com/office/officeart/2018/2/layout/IconCircleList"/>
    <dgm:cxn modelId="{F316FD25-4E16-4832-8F24-0B03310C24A0}" type="presParOf" srcId="{92E0ABEE-C33A-46B8-874F-CA72343AA536}" destId="{DFF94C61-E153-416D-9547-3F4ED13013BC}" srcOrd="1" destOrd="0" presId="urn:microsoft.com/office/officeart/2018/2/layout/IconCircleList"/>
    <dgm:cxn modelId="{17726CBB-146E-4679-9490-15A3D1008521}" type="presParOf" srcId="{92E0ABEE-C33A-46B8-874F-CA72343AA536}" destId="{77712E52-9D04-4B2E-A5CC-D7EA85370EF3}" srcOrd="2" destOrd="0" presId="urn:microsoft.com/office/officeart/2018/2/layout/IconCircleList"/>
    <dgm:cxn modelId="{A5537BA2-C805-4350-90B9-0B797B2C36BB}" type="presParOf" srcId="{92E0ABEE-C33A-46B8-874F-CA72343AA536}" destId="{5A7B8B6B-605C-470A-8843-F9EC933C5E04}" srcOrd="3" destOrd="0" presId="urn:microsoft.com/office/officeart/2018/2/layout/IconCircleList"/>
    <dgm:cxn modelId="{7C918002-CA74-40A1-90FD-5155572E4B50}" type="presParOf" srcId="{3685BB4D-1D8C-4D83-8B48-BA81D66AE10C}" destId="{4D09F184-797F-4EF4-A16C-7FA81B6CCA0A}" srcOrd="1" destOrd="0" presId="urn:microsoft.com/office/officeart/2018/2/layout/IconCircleList"/>
    <dgm:cxn modelId="{A16FD2EA-C754-4007-B3AA-4992200021CD}" type="presParOf" srcId="{3685BB4D-1D8C-4D83-8B48-BA81D66AE10C}" destId="{2E9D6026-7D13-4E52-AA3A-CCB2A8332414}" srcOrd="2" destOrd="0" presId="urn:microsoft.com/office/officeart/2018/2/layout/IconCircleList"/>
    <dgm:cxn modelId="{ADC93EEC-8833-40A1-9102-39B000CC06A1}" type="presParOf" srcId="{2E9D6026-7D13-4E52-AA3A-CCB2A8332414}" destId="{9B194855-9395-42E4-B0D1-6D09E11B9EBC}" srcOrd="0" destOrd="0" presId="urn:microsoft.com/office/officeart/2018/2/layout/IconCircleList"/>
    <dgm:cxn modelId="{90D48BD6-442C-4493-883C-D29F371367B7}" type="presParOf" srcId="{2E9D6026-7D13-4E52-AA3A-CCB2A8332414}" destId="{BFBDCEF4-E6F8-4A3C-AECA-7B9ADB19497C}" srcOrd="1" destOrd="0" presId="urn:microsoft.com/office/officeart/2018/2/layout/IconCircleList"/>
    <dgm:cxn modelId="{EC223BDE-1456-483A-9AA6-708B2BE1F1EA}" type="presParOf" srcId="{2E9D6026-7D13-4E52-AA3A-CCB2A8332414}" destId="{E9023004-3FB2-44A1-8BD4-B367A8323F92}" srcOrd="2" destOrd="0" presId="urn:microsoft.com/office/officeart/2018/2/layout/IconCircleList"/>
    <dgm:cxn modelId="{C48B792A-E1DE-4DBD-BF24-D7AFD801776A}" type="presParOf" srcId="{2E9D6026-7D13-4E52-AA3A-CCB2A8332414}" destId="{5610564F-FDFD-4826-B255-63BAF7A3FE01}" srcOrd="3" destOrd="0" presId="urn:microsoft.com/office/officeart/2018/2/layout/IconCircleList"/>
    <dgm:cxn modelId="{7C6980F6-9E79-418A-AD4F-16AB2BA6B28B}" type="presParOf" srcId="{3685BB4D-1D8C-4D83-8B48-BA81D66AE10C}" destId="{ADF6EADD-BCAD-4B81-99D7-B231AC250740}" srcOrd="3" destOrd="0" presId="urn:microsoft.com/office/officeart/2018/2/layout/IconCircleList"/>
    <dgm:cxn modelId="{9F501272-13DE-4B9F-8C92-54EA33989404}" type="presParOf" srcId="{3685BB4D-1D8C-4D83-8B48-BA81D66AE10C}" destId="{F74783D7-C84A-4BE2-81AA-7A7D70E19437}" srcOrd="4" destOrd="0" presId="urn:microsoft.com/office/officeart/2018/2/layout/IconCircleList"/>
    <dgm:cxn modelId="{8AA6EEE5-E85E-4479-BCB5-A239AA0EAE8F}" type="presParOf" srcId="{F74783D7-C84A-4BE2-81AA-7A7D70E19437}" destId="{E3997CF3-8A85-49B5-95E0-E0126117D75A}" srcOrd="0" destOrd="0" presId="urn:microsoft.com/office/officeart/2018/2/layout/IconCircleList"/>
    <dgm:cxn modelId="{8300F625-55C1-475F-AA0D-BC3CFB32897F}" type="presParOf" srcId="{F74783D7-C84A-4BE2-81AA-7A7D70E19437}" destId="{08E2FCB9-8486-4A06-8F29-18DC0AA9D6F2}" srcOrd="1" destOrd="0" presId="urn:microsoft.com/office/officeart/2018/2/layout/IconCircleList"/>
    <dgm:cxn modelId="{614894BE-8B0B-4D27-88D6-213B4F51BE4C}" type="presParOf" srcId="{F74783D7-C84A-4BE2-81AA-7A7D70E19437}" destId="{39DF7DE9-54C0-4E7F-85A4-D6AE5F3537DA}" srcOrd="2" destOrd="0" presId="urn:microsoft.com/office/officeart/2018/2/layout/IconCircleList"/>
    <dgm:cxn modelId="{E9B0FE67-E9D0-47D9-A7B0-7290BA7F765B}" type="presParOf" srcId="{F74783D7-C84A-4BE2-81AA-7A7D70E19437}" destId="{F5A25D3F-8BC6-4974-B4C5-97FB8ABEF4C8}" srcOrd="3" destOrd="0" presId="urn:microsoft.com/office/officeart/2018/2/layout/IconCircleList"/>
    <dgm:cxn modelId="{F0B5BBA0-7471-4400-927A-4EC72BB52368}" type="presParOf" srcId="{3685BB4D-1D8C-4D83-8B48-BA81D66AE10C}" destId="{1B99DB20-4B56-4ABE-B37D-1C92634EB9BD}" srcOrd="5" destOrd="0" presId="urn:microsoft.com/office/officeart/2018/2/layout/IconCircleList"/>
    <dgm:cxn modelId="{333B0565-C565-4404-9B9C-AC1C7DFED838}" type="presParOf" srcId="{3685BB4D-1D8C-4D83-8B48-BA81D66AE10C}" destId="{E256D8A2-8DC9-43D9-8F49-BFB9B6BDA98F}" srcOrd="6" destOrd="0" presId="urn:microsoft.com/office/officeart/2018/2/layout/IconCircleList"/>
    <dgm:cxn modelId="{DEC3C46C-6FF7-42C8-B61A-28448F94D904}" type="presParOf" srcId="{E256D8A2-8DC9-43D9-8F49-BFB9B6BDA98F}" destId="{447A59B5-4E29-4287-986B-D2A89205552E}" srcOrd="0" destOrd="0" presId="urn:microsoft.com/office/officeart/2018/2/layout/IconCircleList"/>
    <dgm:cxn modelId="{72C3650C-06BE-46F8-A043-34CEF1556176}" type="presParOf" srcId="{E256D8A2-8DC9-43D9-8F49-BFB9B6BDA98F}" destId="{FF195D22-B292-42D8-BC98-1DA1A5750C6F}" srcOrd="1" destOrd="0" presId="urn:microsoft.com/office/officeart/2018/2/layout/IconCircleList"/>
    <dgm:cxn modelId="{F9C27747-D8C5-43E8-B66F-FA23EA578C55}" type="presParOf" srcId="{E256D8A2-8DC9-43D9-8F49-BFB9B6BDA98F}" destId="{36D08E52-0DD1-4EF0-81D2-BE19B975F0AF}" srcOrd="2" destOrd="0" presId="urn:microsoft.com/office/officeart/2018/2/layout/IconCircleList"/>
    <dgm:cxn modelId="{D852C2A0-146D-4228-9E54-4B80F4CA8D57}" type="presParOf" srcId="{E256D8A2-8DC9-43D9-8F49-BFB9B6BDA98F}" destId="{7C2BB43D-A3B6-46DA-BB2A-2E5423B702B0}" srcOrd="3" destOrd="0" presId="urn:microsoft.com/office/officeart/2018/2/layout/IconCircleList"/>
    <dgm:cxn modelId="{804C4994-A54C-44EC-B79B-A3FE11FC1230}" type="presParOf" srcId="{3685BB4D-1D8C-4D83-8B48-BA81D66AE10C}" destId="{1FA1A437-5A07-46A7-AC1D-3ED8564E349B}" srcOrd="7" destOrd="0" presId="urn:microsoft.com/office/officeart/2018/2/layout/IconCircleList"/>
    <dgm:cxn modelId="{E48290D3-7D7A-49C8-9C9A-B6345CF34C4A}" type="presParOf" srcId="{3685BB4D-1D8C-4D83-8B48-BA81D66AE10C}" destId="{A88D7A20-6533-42C4-8FDF-D00F6E3EC57C}" srcOrd="8" destOrd="0" presId="urn:microsoft.com/office/officeart/2018/2/layout/IconCircleList"/>
    <dgm:cxn modelId="{B9D598D6-BFCA-40C3-AE1E-CD61805B8B89}" type="presParOf" srcId="{A88D7A20-6533-42C4-8FDF-D00F6E3EC57C}" destId="{075C8826-E42D-4D52-BE65-429FCDD64192}" srcOrd="0" destOrd="0" presId="urn:microsoft.com/office/officeart/2018/2/layout/IconCircleList"/>
    <dgm:cxn modelId="{D8BDA0EF-F341-470E-9828-E4093C4A3EFD}" type="presParOf" srcId="{A88D7A20-6533-42C4-8FDF-D00F6E3EC57C}" destId="{42865AAE-4C6C-4015-8DAD-22197F11B934}" srcOrd="1" destOrd="0" presId="urn:microsoft.com/office/officeart/2018/2/layout/IconCircleList"/>
    <dgm:cxn modelId="{EADB4CAD-BB22-4524-972D-DB1F5534239E}" type="presParOf" srcId="{A88D7A20-6533-42C4-8FDF-D00F6E3EC57C}" destId="{E1E0BC8C-BDDE-4B32-94E6-A1F7563765BD}" srcOrd="2" destOrd="0" presId="urn:microsoft.com/office/officeart/2018/2/layout/IconCircleList"/>
    <dgm:cxn modelId="{56FBD99D-9978-4833-A1BA-7ABC2E9AEFC5}" type="presParOf" srcId="{A88D7A20-6533-42C4-8FDF-D00F6E3EC57C}" destId="{6A41A44D-27EA-45F6-8F7F-F99B8A145EFA}" srcOrd="3" destOrd="0" presId="urn:microsoft.com/office/officeart/2018/2/layout/IconCircle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45935A5B-6527-40B4-9726-3D50543BED6B}" type="doc">
      <dgm:prSet loTypeId="urn:microsoft.com/office/officeart/2018/2/layout/IconCircle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375798B2-C725-46BE-B3FF-8A3B103F16D2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Process Overview:</a:t>
          </a:r>
        </a:p>
      </dgm:t>
    </dgm:pt>
    <dgm:pt modelId="{695B91A1-3C12-4F01-8D33-4C7D7731BA5A}" type="parTrans" cxnId="{1E57FDA5-5FB3-4693-A974-93322584437E}">
      <dgm:prSet/>
      <dgm:spPr/>
      <dgm:t>
        <a:bodyPr/>
        <a:lstStyle/>
        <a:p>
          <a:endParaRPr lang="en-US"/>
        </a:p>
      </dgm:t>
    </dgm:pt>
    <dgm:pt modelId="{3B0953CC-8BBE-4A8B-B00A-5FF8D311BCF8}" type="sibTrans" cxnId="{1E57FDA5-5FB3-4693-A974-93322584437E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797D05C0-DCA7-4234-B3B1-D79700191FBA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- 2-Week Sprints aligned with coursework.</a:t>
          </a:r>
        </a:p>
      </dgm:t>
    </dgm:pt>
    <dgm:pt modelId="{F073EB38-88FA-4A68-8D26-88E85D5C6CB8}" type="parTrans" cxnId="{9B88A935-9ECA-4515-A61C-641F923D5A10}">
      <dgm:prSet/>
      <dgm:spPr/>
      <dgm:t>
        <a:bodyPr/>
        <a:lstStyle/>
        <a:p>
          <a:endParaRPr lang="en-US"/>
        </a:p>
      </dgm:t>
    </dgm:pt>
    <dgm:pt modelId="{6A8F4740-866D-41BF-BD6E-DA7CAF3AED4B}" type="sibTrans" cxnId="{9B88A935-9ECA-4515-A61C-641F923D5A10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9117FC69-FE4D-44CC-BFD5-5CA759BEE503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- Decomposed User Stories into granular Tasks.</a:t>
          </a:r>
        </a:p>
      </dgm:t>
    </dgm:pt>
    <dgm:pt modelId="{E74DE2E5-6677-474B-98D4-080513CAE71A}" type="parTrans" cxnId="{CD86A68E-D2E8-4363-9349-0534CCD4CFF7}">
      <dgm:prSet/>
      <dgm:spPr/>
      <dgm:t>
        <a:bodyPr/>
        <a:lstStyle/>
        <a:p>
          <a:endParaRPr lang="en-US"/>
        </a:p>
      </dgm:t>
    </dgm:pt>
    <dgm:pt modelId="{3733933E-8DDE-4FC0-AB4B-F919FB2B3A0E}" type="sibTrans" cxnId="{CD86A68E-D2E8-4363-9349-0534CCD4CFF7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21E2C7B5-BFC4-4B02-AF19-E927783BC349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Velocity &amp; Tracking:</a:t>
          </a:r>
        </a:p>
      </dgm:t>
    </dgm:pt>
    <dgm:pt modelId="{4CF69AD0-347A-4A32-BEB0-B0FBFF5653DE}" type="parTrans" cxnId="{7B28C1F3-CE21-427A-BE21-463D5F6308C6}">
      <dgm:prSet/>
      <dgm:spPr/>
      <dgm:t>
        <a:bodyPr/>
        <a:lstStyle/>
        <a:p>
          <a:endParaRPr lang="en-US"/>
        </a:p>
      </dgm:t>
    </dgm:pt>
    <dgm:pt modelId="{75D2D3A9-B292-4903-AFD3-D84AA2B839E0}" type="sibTrans" cxnId="{7B28C1F3-CE21-427A-BE21-463D5F6308C6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D13005A4-8784-42A8-8B64-AE204A17272A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- Maintained Burndown charts to track progress.</a:t>
          </a:r>
        </a:p>
      </dgm:t>
    </dgm:pt>
    <dgm:pt modelId="{D724069B-D3DA-4180-B0FA-572BCA1FCD87}" type="parTrans" cxnId="{E6F75DAD-F18C-4CF3-B63C-7EEC075FB04E}">
      <dgm:prSet/>
      <dgm:spPr/>
      <dgm:t>
        <a:bodyPr/>
        <a:lstStyle/>
        <a:p>
          <a:endParaRPr lang="en-US"/>
        </a:p>
      </dgm:t>
    </dgm:pt>
    <dgm:pt modelId="{0B841FB7-036D-4973-B6D2-992874995E2E}" type="sibTrans" cxnId="{E6F75DAD-F18C-4CF3-B63C-7EEC075FB04E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3F41090F-9830-47B7-A729-709ED539E94B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- Initial velocity variance stabilized in Phase 3.</a:t>
          </a:r>
        </a:p>
      </dgm:t>
    </dgm:pt>
    <dgm:pt modelId="{D7DC05E3-9A46-4595-B9F9-17EDE849643C}" type="parTrans" cxnId="{8857C07B-1CF0-476B-B583-654361BE4DAE}">
      <dgm:prSet/>
      <dgm:spPr/>
      <dgm:t>
        <a:bodyPr/>
        <a:lstStyle/>
        <a:p>
          <a:endParaRPr lang="en-US"/>
        </a:p>
      </dgm:t>
    </dgm:pt>
    <dgm:pt modelId="{09FCF092-0478-4F85-AF54-B25F2EBE749A}" type="sibTrans" cxnId="{8857C07B-1CF0-476B-B583-654361BE4DAE}">
      <dgm:prSet/>
      <dgm:spPr/>
      <dgm:t>
        <a:bodyPr/>
        <a:lstStyle/>
        <a:p>
          <a:endParaRPr lang="en-US"/>
        </a:p>
      </dgm:t>
    </dgm:pt>
    <dgm:pt modelId="{420037A8-51CD-4627-B39F-147A625D6EDF}" type="pres">
      <dgm:prSet presAssocID="{45935A5B-6527-40B4-9726-3D50543BED6B}" presName="root" presStyleCnt="0">
        <dgm:presLayoutVars>
          <dgm:dir/>
          <dgm:resizeHandles val="exact"/>
        </dgm:presLayoutVars>
      </dgm:prSet>
      <dgm:spPr/>
    </dgm:pt>
    <dgm:pt modelId="{A311B386-A16E-47FF-9E2A-BD2851EE8173}" type="pres">
      <dgm:prSet presAssocID="{45935A5B-6527-40B4-9726-3D50543BED6B}" presName="container" presStyleCnt="0">
        <dgm:presLayoutVars>
          <dgm:dir/>
          <dgm:resizeHandles val="exact"/>
        </dgm:presLayoutVars>
      </dgm:prSet>
      <dgm:spPr/>
    </dgm:pt>
    <dgm:pt modelId="{AD3AF575-E161-4501-BFBF-8122C45EE477}" type="pres">
      <dgm:prSet presAssocID="{375798B2-C725-46BE-B3FF-8A3B103F16D2}" presName="compNode" presStyleCnt="0"/>
      <dgm:spPr/>
    </dgm:pt>
    <dgm:pt modelId="{D060FAD8-1A79-4C30-8307-865C691A18E8}" type="pres">
      <dgm:prSet presAssocID="{375798B2-C725-46BE-B3FF-8A3B103F16D2}" presName="iconBgRect" presStyleLbl="bgShp" presStyleIdx="0" presStyleCnt="6"/>
      <dgm:spPr/>
    </dgm:pt>
    <dgm:pt modelId="{722EAB43-504B-4F01-8F1F-5115F0F0FD87}" type="pres">
      <dgm:prSet presAssocID="{375798B2-C725-46BE-B3FF-8A3B103F16D2}" presName="iconRect" presStyleLbl="node1" presStyleIdx="0" presStyleCnt="6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Document"/>
        </a:ext>
      </dgm:extLst>
    </dgm:pt>
    <dgm:pt modelId="{B72D4A19-F1B7-4A5C-BD05-100DC84C6199}" type="pres">
      <dgm:prSet presAssocID="{375798B2-C725-46BE-B3FF-8A3B103F16D2}" presName="spaceRect" presStyleCnt="0"/>
      <dgm:spPr/>
    </dgm:pt>
    <dgm:pt modelId="{783C07CD-06A9-4CB3-B548-E3B53037A626}" type="pres">
      <dgm:prSet presAssocID="{375798B2-C725-46BE-B3FF-8A3B103F16D2}" presName="textRect" presStyleLbl="revTx" presStyleIdx="0" presStyleCnt="6">
        <dgm:presLayoutVars>
          <dgm:chMax val="1"/>
          <dgm:chPref val="1"/>
        </dgm:presLayoutVars>
      </dgm:prSet>
      <dgm:spPr/>
    </dgm:pt>
    <dgm:pt modelId="{4643139C-ACC5-4CFA-BC48-838C2420EEEA}" type="pres">
      <dgm:prSet presAssocID="{3B0953CC-8BBE-4A8B-B00A-5FF8D311BCF8}" presName="sibTrans" presStyleLbl="sibTrans2D1" presStyleIdx="0" presStyleCnt="0"/>
      <dgm:spPr/>
    </dgm:pt>
    <dgm:pt modelId="{D1544555-4282-42C9-9926-DBB3D7CA5E0F}" type="pres">
      <dgm:prSet presAssocID="{797D05C0-DCA7-4234-B3B1-D79700191FBA}" presName="compNode" presStyleCnt="0"/>
      <dgm:spPr/>
    </dgm:pt>
    <dgm:pt modelId="{95DF1684-8786-4439-BE86-4ECBCD3CB6F6}" type="pres">
      <dgm:prSet presAssocID="{797D05C0-DCA7-4234-B3B1-D79700191FBA}" presName="iconBgRect" presStyleLbl="bgShp" presStyleIdx="1" presStyleCnt="6"/>
      <dgm:spPr/>
    </dgm:pt>
    <dgm:pt modelId="{90B76820-5C60-4AF6-83D9-EA412D14EA04}" type="pres">
      <dgm:prSet presAssocID="{797D05C0-DCA7-4234-B3B1-D79700191FBA}" presName="iconRect" presStyleLbl="node1" presStyleIdx="1" presStyleCnt="6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rawl"/>
        </a:ext>
      </dgm:extLst>
    </dgm:pt>
    <dgm:pt modelId="{DAC50CBF-5C25-463F-9927-74D39635F24A}" type="pres">
      <dgm:prSet presAssocID="{797D05C0-DCA7-4234-B3B1-D79700191FBA}" presName="spaceRect" presStyleCnt="0"/>
      <dgm:spPr/>
    </dgm:pt>
    <dgm:pt modelId="{371981F9-87FA-40BC-831E-6B973E6BBE2B}" type="pres">
      <dgm:prSet presAssocID="{797D05C0-DCA7-4234-B3B1-D79700191FBA}" presName="textRect" presStyleLbl="revTx" presStyleIdx="1" presStyleCnt="6">
        <dgm:presLayoutVars>
          <dgm:chMax val="1"/>
          <dgm:chPref val="1"/>
        </dgm:presLayoutVars>
      </dgm:prSet>
      <dgm:spPr/>
    </dgm:pt>
    <dgm:pt modelId="{C1D568FF-FBB8-472F-BFCC-F0EAEBCE575A}" type="pres">
      <dgm:prSet presAssocID="{6A8F4740-866D-41BF-BD6E-DA7CAF3AED4B}" presName="sibTrans" presStyleLbl="sibTrans2D1" presStyleIdx="0" presStyleCnt="0"/>
      <dgm:spPr/>
    </dgm:pt>
    <dgm:pt modelId="{E510B332-EDD3-4510-A9C4-5BDEADE5D440}" type="pres">
      <dgm:prSet presAssocID="{9117FC69-FE4D-44CC-BFD5-5CA759BEE503}" presName="compNode" presStyleCnt="0"/>
      <dgm:spPr/>
    </dgm:pt>
    <dgm:pt modelId="{E34AC00E-E72B-4BB6-B892-80C0F84C874F}" type="pres">
      <dgm:prSet presAssocID="{9117FC69-FE4D-44CC-BFD5-5CA759BEE503}" presName="iconBgRect" presStyleLbl="bgShp" presStyleIdx="2" presStyleCnt="6"/>
      <dgm:spPr/>
    </dgm:pt>
    <dgm:pt modelId="{2CD9CC23-5F9F-4A11-A3DD-4C2F831F711F}" type="pres">
      <dgm:prSet presAssocID="{9117FC69-FE4D-44CC-BFD5-5CA759BEE503}" presName="iconRect" presStyleLbl="node1" presStyleIdx="2" presStyleCnt="6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Filter"/>
        </a:ext>
      </dgm:extLst>
    </dgm:pt>
    <dgm:pt modelId="{E1ADB385-971D-434E-92F2-56D53B3A1C2C}" type="pres">
      <dgm:prSet presAssocID="{9117FC69-FE4D-44CC-BFD5-5CA759BEE503}" presName="spaceRect" presStyleCnt="0"/>
      <dgm:spPr/>
    </dgm:pt>
    <dgm:pt modelId="{163E0611-4FED-4F93-8029-F04F92AF0614}" type="pres">
      <dgm:prSet presAssocID="{9117FC69-FE4D-44CC-BFD5-5CA759BEE503}" presName="textRect" presStyleLbl="revTx" presStyleIdx="2" presStyleCnt="6">
        <dgm:presLayoutVars>
          <dgm:chMax val="1"/>
          <dgm:chPref val="1"/>
        </dgm:presLayoutVars>
      </dgm:prSet>
      <dgm:spPr/>
    </dgm:pt>
    <dgm:pt modelId="{5AF2463E-F425-4649-A1A6-D5B6080E46E9}" type="pres">
      <dgm:prSet presAssocID="{3733933E-8DDE-4FC0-AB4B-F919FB2B3A0E}" presName="sibTrans" presStyleLbl="sibTrans2D1" presStyleIdx="0" presStyleCnt="0"/>
      <dgm:spPr/>
    </dgm:pt>
    <dgm:pt modelId="{F75345B8-1E5A-4D62-BAF9-3415B043C1AC}" type="pres">
      <dgm:prSet presAssocID="{21E2C7B5-BFC4-4B02-AF19-E927783BC349}" presName="compNode" presStyleCnt="0"/>
      <dgm:spPr/>
    </dgm:pt>
    <dgm:pt modelId="{1CD12E65-FD87-40D3-8473-4B775FDC19EA}" type="pres">
      <dgm:prSet presAssocID="{21E2C7B5-BFC4-4B02-AF19-E927783BC349}" presName="iconBgRect" presStyleLbl="bgShp" presStyleIdx="3" presStyleCnt="6"/>
      <dgm:spPr/>
    </dgm:pt>
    <dgm:pt modelId="{338502DB-AFFD-45E8-8724-BE8F16741A2E}" type="pres">
      <dgm:prSet presAssocID="{21E2C7B5-BFC4-4B02-AF19-E927783BC349}" presName="iconRect" presStyleLbl="node1" presStyleIdx="3" presStyleCnt="6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Stopwatch"/>
        </a:ext>
      </dgm:extLst>
    </dgm:pt>
    <dgm:pt modelId="{8EF09F60-17D2-459E-BF89-E0D0E21EAEEC}" type="pres">
      <dgm:prSet presAssocID="{21E2C7B5-BFC4-4B02-AF19-E927783BC349}" presName="spaceRect" presStyleCnt="0"/>
      <dgm:spPr/>
    </dgm:pt>
    <dgm:pt modelId="{6F0E1336-A463-4CD6-92D6-BC560F4B5157}" type="pres">
      <dgm:prSet presAssocID="{21E2C7B5-BFC4-4B02-AF19-E927783BC349}" presName="textRect" presStyleLbl="revTx" presStyleIdx="3" presStyleCnt="6">
        <dgm:presLayoutVars>
          <dgm:chMax val="1"/>
          <dgm:chPref val="1"/>
        </dgm:presLayoutVars>
      </dgm:prSet>
      <dgm:spPr/>
    </dgm:pt>
    <dgm:pt modelId="{BB6935EF-221F-4509-A786-2F7E71760779}" type="pres">
      <dgm:prSet presAssocID="{75D2D3A9-B292-4903-AFD3-D84AA2B839E0}" presName="sibTrans" presStyleLbl="sibTrans2D1" presStyleIdx="0" presStyleCnt="0"/>
      <dgm:spPr/>
    </dgm:pt>
    <dgm:pt modelId="{0618D565-B4FF-4C74-9B1F-4BC3DFD1259E}" type="pres">
      <dgm:prSet presAssocID="{D13005A4-8784-42A8-8B64-AE204A17272A}" presName="compNode" presStyleCnt="0"/>
      <dgm:spPr/>
    </dgm:pt>
    <dgm:pt modelId="{A599C93D-3091-4927-B3FD-D0F7CABF9CBD}" type="pres">
      <dgm:prSet presAssocID="{D13005A4-8784-42A8-8B64-AE204A17272A}" presName="iconBgRect" presStyleLbl="bgShp" presStyleIdx="4" presStyleCnt="6"/>
      <dgm:spPr/>
    </dgm:pt>
    <dgm:pt modelId="{DB6CD4A1-8F90-4035-8F23-0A759420FA0C}" type="pres">
      <dgm:prSet presAssocID="{D13005A4-8784-42A8-8B64-AE204A17272A}" presName="iconRect" presStyleLbl="node1" presStyleIdx="4" presStyleCnt="6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Direction"/>
        </a:ext>
      </dgm:extLst>
    </dgm:pt>
    <dgm:pt modelId="{157E1BAD-18B5-4943-9F36-3613BFE128D0}" type="pres">
      <dgm:prSet presAssocID="{D13005A4-8784-42A8-8B64-AE204A17272A}" presName="spaceRect" presStyleCnt="0"/>
      <dgm:spPr/>
    </dgm:pt>
    <dgm:pt modelId="{8E274323-C1E8-45A1-AF8C-47C33E592D60}" type="pres">
      <dgm:prSet presAssocID="{D13005A4-8784-42A8-8B64-AE204A17272A}" presName="textRect" presStyleLbl="revTx" presStyleIdx="4" presStyleCnt="6">
        <dgm:presLayoutVars>
          <dgm:chMax val="1"/>
          <dgm:chPref val="1"/>
        </dgm:presLayoutVars>
      </dgm:prSet>
      <dgm:spPr/>
    </dgm:pt>
    <dgm:pt modelId="{C94F6AED-E663-479D-BC72-3745DC9F0111}" type="pres">
      <dgm:prSet presAssocID="{0B841FB7-036D-4973-B6D2-992874995E2E}" presName="sibTrans" presStyleLbl="sibTrans2D1" presStyleIdx="0" presStyleCnt="0"/>
      <dgm:spPr/>
    </dgm:pt>
    <dgm:pt modelId="{DDF36F7B-FA01-4DB3-8A76-DCA106F0021A}" type="pres">
      <dgm:prSet presAssocID="{3F41090F-9830-47B7-A729-709ED539E94B}" presName="compNode" presStyleCnt="0"/>
      <dgm:spPr/>
    </dgm:pt>
    <dgm:pt modelId="{C1DACBFE-98B4-42B1-8BB8-027005CE2579}" type="pres">
      <dgm:prSet presAssocID="{3F41090F-9830-47B7-A729-709ED539E94B}" presName="iconBgRect" presStyleLbl="bgShp" presStyleIdx="5" presStyleCnt="6"/>
      <dgm:spPr/>
    </dgm:pt>
    <dgm:pt modelId="{57AA033C-3D0E-4E92-8EB0-425008F51E25}" type="pres">
      <dgm:prSet presAssocID="{3F41090F-9830-47B7-A729-709ED539E94B}" presName="iconRect" presStyleLbl="node1" presStyleIdx="5" presStyleCnt="6"/>
      <dgm:spPr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Explosion"/>
        </a:ext>
      </dgm:extLst>
    </dgm:pt>
    <dgm:pt modelId="{9CB81E60-3A2C-4357-BE94-C0D4492D61E7}" type="pres">
      <dgm:prSet presAssocID="{3F41090F-9830-47B7-A729-709ED539E94B}" presName="spaceRect" presStyleCnt="0"/>
      <dgm:spPr/>
    </dgm:pt>
    <dgm:pt modelId="{97BAC502-179E-48BB-9086-97985B16426C}" type="pres">
      <dgm:prSet presAssocID="{3F41090F-9830-47B7-A729-709ED539E94B}" presName="textRect" presStyleLbl="revTx" presStyleIdx="5" presStyleCnt="6">
        <dgm:presLayoutVars>
          <dgm:chMax val="1"/>
          <dgm:chPref val="1"/>
        </dgm:presLayoutVars>
      </dgm:prSet>
      <dgm:spPr/>
    </dgm:pt>
  </dgm:ptLst>
  <dgm:cxnLst>
    <dgm:cxn modelId="{1FE5A90C-14E8-4945-92BA-50AA59ECCE36}" type="presOf" srcId="{0B841FB7-036D-4973-B6D2-992874995E2E}" destId="{C94F6AED-E663-479D-BC72-3745DC9F0111}" srcOrd="0" destOrd="0" presId="urn:microsoft.com/office/officeart/2018/2/layout/IconCircleList"/>
    <dgm:cxn modelId="{9464BC19-313B-412B-9B2D-61704AD22D34}" type="presOf" srcId="{45935A5B-6527-40B4-9726-3D50543BED6B}" destId="{420037A8-51CD-4627-B39F-147A625D6EDF}" srcOrd="0" destOrd="0" presId="urn:microsoft.com/office/officeart/2018/2/layout/IconCircleList"/>
    <dgm:cxn modelId="{FF93B81E-3ECF-4EAF-8B3B-0666B451B702}" type="presOf" srcId="{3733933E-8DDE-4FC0-AB4B-F919FB2B3A0E}" destId="{5AF2463E-F425-4649-A1A6-D5B6080E46E9}" srcOrd="0" destOrd="0" presId="urn:microsoft.com/office/officeart/2018/2/layout/IconCircleList"/>
    <dgm:cxn modelId="{9B88A935-9ECA-4515-A61C-641F923D5A10}" srcId="{45935A5B-6527-40B4-9726-3D50543BED6B}" destId="{797D05C0-DCA7-4234-B3B1-D79700191FBA}" srcOrd="1" destOrd="0" parTransId="{F073EB38-88FA-4A68-8D26-88E85D5C6CB8}" sibTransId="{6A8F4740-866D-41BF-BD6E-DA7CAF3AED4B}"/>
    <dgm:cxn modelId="{24BD113B-F74B-4608-A7C7-D54348928CD4}" type="presOf" srcId="{797D05C0-DCA7-4234-B3B1-D79700191FBA}" destId="{371981F9-87FA-40BC-831E-6B973E6BBE2B}" srcOrd="0" destOrd="0" presId="urn:microsoft.com/office/officeart/2018/2/layout/IconCircleList"/>
    <dgm:cxn modelId="{8857C07B-1CF0-476B-B583-654361BE4DAE}" srcId="{45935A5B-6527-40B4-9726-3D50543BED6B}" destId="{3F41090F-9830-47B7-A729-709ED539E94B}" srcOrd="5" destOrd="0" parTransId="{D7DC05E3-9A46-4595-B9F9-17EDE849643C}" sibTransId="{09FCF092-0478-4F85-AF54-B25F2EBE749A}"/>
    <dgm:cxn modelId="{CD86A68E-D2E8-4363-9349-0534CCD4CFF7}" srcId="{45935A5B-6527-40B4-9726-3D50543BED6B}" destId="{9117FC69-FE4D-44CC-BFD5-5CA759BEE503}" srcOrd="2" destOrd="0" parTransId="{E74DE2E5-6677-474B-98D4-080513CAE71A}" sibTransId="{3733933E-8DDE-4FC0-AB4B-F919FB2B3A0E}"/>
    <dgm:cxn modelId="{1E57FDA5-5FB3-4693-A974-93322584437E}" srcId="{45935A5B-6527-40B4-9726-3D50543BED6B}" destId="{375798B2-C725-46BE-B3FF-8A3B103F16D2}" srcOrd="0" destOrd="0" parTransId="{695B91A1-3C12-4F01-8D33-4C7D7731BA5A}" sibTransId="{3B0953CC-8BBE-4A8B-B00A-5FF8D311BCF8}"/>
    <dgm:cxn modelId="{E6F75DAD-F18C-4CF3-B63C-7EEC075FB04E}" srcId="{45935A5B-6527-40B4-9726-3D50543BED6B}" destId="{D13005A4-8784-42A8-8B64-AE204A17272A}" srcOrd="4" destOrd="0" parTransId="{D724069B-D3DA-4180-B0FA-572BCA1FCD87}" sibTransId="{0B841FB7-036D-4973-B6D2-992874995E2E}"/>
    <dgm:cxn modelId="{C93038B5-844D-4DBF-8D60-7029A5A95845}" type="presOf" srcId="{6A8F4740-866D-41BF-BD6E-DA7CAF3AED4B}" destId="{C1D568FF-FBB8-472F-BFCC-F0EAEBCE575A}" srcOrd="0" destOrd="0" presId="urn:microsoft.com/office/officeart/2018/2/layout/IconCircleList"/>
    <dgm:cxn modelId="{BA2C0AC1-9F2F-4D7A-8535-5FAB17863D03}" type="presOf" srcId="{21E2C7B5-BFC4-4B02-AF19-E927783BC349}" destId="{6F0E1336-A463-4CD6-92D6-BC560F4B5157}" srcOrd="0" destOrd="0" presId="urn:microsoft.com/office/officeart/2018/2/layout/IconCircleList"/>
    <dgm:cxn modelId="{673F89CD-62F7-43BD-855F-F492C459ECF8}" type="presOf" srcId="{75D2D3A9-B292-4903-AFD3-D84AA2B839E0}" destId="{BB6935EF-221F-4509-A786-2F7E71760779}" srcOrd="0" destOrd="0" presId="urn:microsoft.com/office/officeart/2018/2/layout/IconCircleList"/>
    <dgm:cxn modelId="{8F969AD2-8925-4A90-BE1B-CCF1BD0C1E6F}" type="presOf" srcId="{3F41090F-9830-47B7-A729-709ED539E94B}" destId="{97BAC502-179E-48BB-9086-97985B16426C}" srcOrd="0" destOrd="0" presId="urn:microsoft.com/office/officeart/2018/2/layout/IconCircleList"/>
    <dgm:cxn modelId="{1F5D81D4-9B64-4D60-B07D-431061B73379}" type="presOf" srcId="{3B0953CC-8BBE-4A8B-B00A-5FF8D311BCF8}" destId="{4643139C-ACC5-4CFA-BC48-838C2420EEEA}" srcOrd="0" destOrd="0" presId="urn:microsoft.com/office/officeart/2018/2/layout/IconCircleList"/>
    <dgm:cxn modelId="{517DFBE1-2381-4956-B65B-7AE84AB7EA9B}" type="presOf" srcId="{375798B2-C725-46BE-B3FF-8A3B103F16D2}" destId="{783C07CD-06A9-4CB3-B548-E3B53037A626}" srcOrd="0" destOrd="0" presId="urn:microsoft.com/office/officeart/2018/2/layout/IconCircleList"/>
    <dgm:cxn modelId="{F1F193E6-A207-485C-B695-AD3DD6836A60}" type="presOf" srcId="{9117FC69-FE4D-44CC-BFD5-5CA759BEE503}" destId="{163E0611-4FED-4F93-8029-F04F92AF0614}" srcOrd="0" destOrd="0" presId="urn:microsoft.com/office/officeart/2018/2/layout/IconCircleList"/>
    <dgm:cxn modelId="{7B28C1F3-CE21-427A-BE21-463D5F6308C6}" srcId="{45935A5B-6527-40B4-9726-3D50543BED6B}" destId="{21E2C7B5-BFC4-4B02-AF19-E927783BC349}" srcOrd="3" destOrd="0" parTransId="{4CF69AD0-347A-4A32-BEB0-B0FBFF5653DE}" sibTransId="{75D2D3A9-B292-4903-AFD3-D84AA2B839E0}"/>
    <dgm:cxn modelId="{10924DF5-2CA7-4408-BC24-B9ECADAFA428}" type="presOf" srcId="{D13005A4-8784-42A8-8B64-AE204A17272A}" destId="{8E274323-C1E8-45A1-AF8C-47C33E592D60}" srcOrd="0" destOrd="0" presId="urn:microsoft.com/office/officeart/2018/2/layout/IconCircleList"/>
    <dgm:cxn modelId="{E8F693CE-89E0-466C-A134-7A59225A3077}" type="presParOf" srcId="{420037A8-51CD-4627-B39F-147A625D6EDF}" destId="{A311B386-A16E-47FF-9E2A-BD2851EE8173}" srcOrd="0" destOrd="0" presId="urn:microsoft.com/office/officeart/2018/2/layout/IconCircleList"/>
    <dgm:cxn modelId="{5BF5C9FC-61E3-4F4A-A623-CED33523A71C}" type="presParOf" srcId="{A311B386-A16E-47FF-9E2A-BD2851EE8173}" destId="{AD3AF575-E161-4501-BFBF-8122C45EE477}" srcOrd="0" destOrd="0" presId="urn:microsoft.com/office/officeart/2018/2/layout/IconCircleList"/>
    <dgm:cxn modelId="{20DAC7E9-47FC-41CF-BF7C-7C541D4EB3B7}" type="presParOf" srcId="{AD3AF575-E161-4501-BFBF-8122C45EE477}" destId="{D060FAD8-1A79-4C30-8307-865C691A18E8}" srcOrd="0" destOrd="0" presId="urn:microsoft.com/office/officeart/2018/2/layout/IconCircleList"/>
    <dgm:cxn modelId="{671479DC-4418-4589-9646-C7A76F902613}" type="presParOf" srcId="{AD3AF575-E161-4501-BFBF-8122C45EE477}" destId="{722EAB43-504B-4F01-8F1F-5115F0F0FD87}" srcOrd="1" destOrd="0" presId="urn:microsoft.com/office/officeart/2018/2/layout/IconCircleList"/>
    <dgm:cxn modelId="{D8789F2F-5ECB-40BC-A9FA-4E824883F596}" type="presParOf" srcId="{AD3AF575-E161-4501-BFBF-8122C45EE477}" destId="{B72D4A19-F1B7-4A5C-BD05-100DC84C6199}" srcOrd="2" destOrd="0" presId="urn:microsoft.com/office/officeart/2018/2/layout/IconCircleList"/>
    <dgm:cxn modelId="{746356A1-3EC0-4F6D-9295-5AE5C5D92E5C}" type="presParOf" srcId="{AD3AF575-E161-4501-BFBF-8122C45EE477}" destId="{783C07CD-06A9-4CB3-B548-E3B53037A626}" srcOrd="3" destOrd="0" presId="urn:microsoft.com/office/officeart/2018/2/layout/IconCircleList"/>
    <dgm:cxn modelId="{9B4D66BB-A667-4A6A-B5EC-316ED6EA0F39}" type="presParOf" srcId="{A311B386-A16E-47FF-9E2A-BD2851EE8173}" destId="{4643139C-ACC5-4CFA-BC48-838C2420EEEA}" srcOrd="1" destOrd="0" presId="urn:microsoft.com/office/officeart/2018/2/layout/IconCircleList"/>
    <dgm:cxn modelId="{694740F0-F763-4ECC-A2FA-0E8DBCFE56E6}" type="presParOf" srcId="{A311B386-A16E-47FF-9E2A-BD2851EE8173}" destId="{D1544555-4282-42C9-9926-DBB3D7CA5E0F}" srcOrd="2" destOrd="0" presId="urn:microsoft.com/office/officeart/2018/2/layout/IconCircleList"/>
    <dgm:cxn modelId="{1F728B98-421E-44D6-9F5C-7D401E0F7C4C}" type="presParOf" srcId="{D1544555-4282-42C9-9926-DBB3D7CA5E0F}" destId="{95DF1684-8786-4439-BE86-4ECBCD3CB6F6}" srcOrd="0" destOrd="0" presId="urn:microsoft.com/office/officeart/2018/2/layout/IconCircleList"/>
    <dgm:cxn modelId="{E8EA7134-6414-4381-8A9C-FF4162A39AF2}" type="presParOf" srcId="{D1544555-4282-42C9-9926-DBB3D7CA5E0F}" destId="{90B76820-5C60-4AF6-83D9-EA412D14EA04}" srcOrd="1" destOrd="0" presId="urn:microsoft.com/office/officeart/2018/2/layout/IconCircleList"/>
    <dgm:cxn modelId="{D60E3F81-03F7-4173-A3E0-A242910E61BF}" type="presParOf" srcId="{D1544555-4282-42C9-9926-DBB3D7CA5E0F}" destId="{DAC50CBF-5C25-463F-9927-74D39635F24A}" srcOrd="2" destOrd="0" presId="urn:microsoft.com/office/officeart/2018/2/layout/IconCircleList"/>
    <dgm:cxn modelId="{F265B5EA-5302-428F-9954-B22B15D2D48D}" type="presParOf" srcId="{D1544555-4282-42C9-9926-DBB3D7CA5E0F}" destId="{371981F9-87FA-40BC-831E-6B973E6BBE2B}" srcOrd="3" destOrd="0" presId="urn:microsoft.com/office/officeart/2018/2/layout/IconCircleList"/>
    <dgm:cxn modelId="{CE6F0BA3-56DB-4131-8267-0ECC5CCC6D22}" type="presParOf" srcId="{A311B386-A16E-47FF-9E2A-BD2851EE8173}" destId="{C1D568FF-FBB8-472F-BFCC-F0EAEBCE575A}" srcOrd="3" destOrd="0" presId="urn:microsoft.com/office/officeart/2018/2/layout/IconCircleList"/>
    <dgm:cxn modelId="{0741DCB1-6580-4474-87DA-A875AAD9F32D}" type="presParOf" srcId="{A311B386-A16E-47FF-9E2A-BD2851EE8173}" destId="{E510B332-EDD3-4510-A9C4-5BDEADE5D440}" srcOrd="4" destOrd="0" presId="urn:microsoft.com/office/officeart/2018/2/layout/IconCircleList"/>
    <dgm:cxn modelId="{400EFD51-96FF-4048-B0B9-E5510B8B804B}" type="presParOf" srcId="{E510B332-EDD3-4510-A9C4-5BDEADE5D440}" destId="{E34AC00E-E72B-4BB6-B892-80C0F84C874F}" srcOrd="0" destOrd="0" presId="urn:microsoft.com/office/officeart/2018/2/layout/IconCircleList"/>
    <dgm:cxn modelId="{25A389C2-6610-4EF9-AFAB-30A75F035546}" type="presParOf" srcId="{E510B332-EDD3-4510-A9C4-5BDEADE5D440}" destId="{2CD9CC23-5F9F-4A11-A3DD-4C2F831F711F}" srcOrd="1" destOrd="0" presId="urn:microsoft.com/office/officeart/2018/2/layout/IconCircleList"/>
    <dgm:cxn modelId="{EB448FA0-64B1-432F-82B5-1476A4A5B1DE}" type="presParOf" srcId="{E510B332-EDD3-4510-A9C4-5BDEADE5D440}" destId="{E1ADB385-971D-434E-92F2-56D53B3A1C2C}" srcOrd="2" destOrd="0" presId="urn:microsoft.com/office/officeart/2018/2/layout/IconCircleList"/>
    <dgm:cxn modelId="{1364381C-93DC-4E90-B861-5D666213FA6B}" type="presParOf" srcId="{E510B332-EDD3-4510-A9C4-5BDEADE5D440}" destId="{163E0611-4FED-4F93-8029-F04F92AF0614}" srcOrd="3" destOrd="0" presId="urn:microsoft.com/office/officeart/2018/2/layout/IconCircleList"/>
    <dgm:cxn modelId="{330A98AE-2579-4F0E-914B-F7E2B7CE743D}" type="presParOf" srcId="{A311B386-A16E-47FF-9E2A-BD2851EE8173}" destId="{5AF2463E-F425-4649-A1A6-D5B6080E46E9}" srcOrd="5" destOrd="0" presId="urn:microsoft.com/office/officeart/2018/2/layout/IconCircleList"/>
    <dgm:cxn modelId="{93459D79-ECA6-474A-9D0E-C891945C8E80}" type="presParOf" srcId="{A311B386-A16E-47FF-9E2A-BD2851EE8173}" destId="{F75345B8-1E5A-4D62-BAF9-3415B043C1AC}" srcOrd="6" destOrd="0" presId="urn:microsoft.com/office/officeart/2018/2/layout/IconCircleList"/>
    <dgm:cxn modelId="{32E1686A-3DBF-44E3-9A48-98A643993295}" type="presParOf" srcId="{F75345B8-1E5A-4D62-BAF9-3415B043C1AC}" destId="{1CD12E65-FD87-40D3-8473-4B775FDC19EA}" srcOrd="0" destOrd="0" presId="urn:microsoft.com/office/officeart/2018/2/layout/IconCircleList"/>
    <dgm:cxn modelId="{BEAFCC90-A2AD-4D95-AFF7-8E95F1815FCB}" type="presParOf" srcId="{F75345B8-1E5A-4D62-BAF9-3415B043C1AC}" destId="{338502DB-AFFD-45E8-8724-BE8F16741A2E}" srcOrd="1" destOrd="0" presId="urn:microsoft.com/office/officeart/2018/2/layout/IconCircleList"/>
    <dgm:cxn modelId="{57A10DAB-9F6C-4759-8D88-7BEE9CEF4D03}" type="presParOf" srcId="{F75345B8-1E5A-4D62-BAF9-3415B043C1AC}" destId="{8EF09F60-17D2-459E-BF89-E0D0E21EAEEC}" srcOrd="2" destOrd="0" presId="urn:microsoft.com/office/officeart/2018/2/layout/IconCircleList"/>
    <dgm:cxn modelId="{0A11135F-59DC-480D-B8E0-0AE86B794324}" type="presParOf" srcId="{F75345B8-1E5A-4D62-BAF9-3415B043C1AC}" destId="{6F0E1336-A463-4CD6-92D6-BC560F4B5157}" srcOrd="3" destOrd="0" presId="urn:microsoft.com/office/officeart/2018/2/layout/IconCircleList"/>
    <dgm:cxn modelId="{32D2A8FE-AD15-4B7C-8823-4B9419C6F64B}" type="presParOf" srcId="{A311B386-A16E-47FF-9E2A-BD2851EE8173}" destId="{BB6935EF-221F-4509-A786-2F7E71760779}" srcOrd="7" destOrd="0" presId="urn:microsoft.com/office/officeart/2018/2/layout/IconCircleList"/>
    <dgm:cxn modelId="{646BB5A1-83E6-4CB4-9589-C6453405C551}" type="presParOf" srcId="{A311B386-A16E-47FF-9E2A-BD2851EE8173}" destId="{0618D565-B4FF-4C74-9B1F-4BC3DFD1259E}" srcOrd="8" destOrd="0" presId="urn:microsoft.com/office/officeart/2018/2/layout/IconCircleList"/>
    <dgm:cxn modelId="{B47556C6-C3BD-4422-BCAD-8F1898FA37A9}" type="presParOf" srcId="{0618D565-B4FF-4C74-9B1F-4BC3DFD1259E}" destId="{A599C93D-3091-4927-B3FD-D0F7CABF9CBD}" srcOrd="0" destOrd="0" presId="urn:microsoft.com/office/officeart/2018/2/layout/IconCircleList"/>
    <dgm:cxn modelId="{D3C42E96-9642-4F0D-9A2F-203E3C4DF6EA}" type="presParOf" srcId="{0618D565-B4FF-4C74-9B1F-4BC3DFD1259E}" destId="{DB6CD4A1-8F90-4035-8F23-0A759420FA0C}" srcOrd="1" destOrd="0" presId="urn:microsoft.com/office/officeart/2018/2/layout/IconCircleList"/>
    <dgm:cxn modelId="{C08BC6F7-EF66-40D6-B38C-DB879EB19E30}" type="presParOf" srcId="{0618D565-B4FF-4C74-9B1F-4BC3DFD1259E}" destId="{157E1BAD-18B5-4943-9F36-3613BFE128D0}" srcOrd="2" destOrd="0" presId="urn:microsoft.com/office/officeart/2018/2/layout/IconCircleList"/>
    <dgm:cxn modelId="{438DB47D-7488-460E-85B7-FD118630706F}" type="presParOf" srcId="{0618D565-B4FF-4C74-9B1F-4BC3DFD1259E}" destId="{8E274323-C1E8-45A1-AF8C-47C33E592D60}" srcOrd="3" destOrd="0" presId="urn:microsoft.com/office/officeart/2018/2/layout/IconCircleList"/>
    <dgm:cxn modelId="{060670E3-330A-44FC-83BD-B7328F29A655}" type="presParOf" srcId="{A311B386-A16E-47FF-9E2A-BD2851EE8173}" destId="{C94F6AED-E663-479D-BC72-3745DC9F0111}" srcOrd="9" destOrd="0" presId="urn:microsoft.com/office/officeart/2018/2/layout/IconCircleList"/>
    <dgm:cxn modelId="{93DAFEF8-2CA0-4121-8657-7F0A0D119955}" type="presParOf" srcId="{A311B386-A16E-47FF-9E2A-BD2851EE8173}" destId="{DDF36F7B-FA01-4DB3-8A76-DCA106F0021A}" srcOrd="10" destOrd="0" presId="urn:microsoft.com/office/officeart/2018/2/layout/IconCircleList"/>
    <dgm:cxn modelId="{4CE1D627-6497-418B-AC57-0DFFF3C9F153}" type="presParOf" srcId="{DDF36F7B-FA01-4DB3-8A76-DCA106F0021A}" destId="{C1DACBFE-98B4-42B1-8BB8-027005CE2579}" srcOrd="0" destOrd="0" presId="urn:microsoft.com/office/officeart/2018/2/layout/IconCircleList"/>
    <dgm:cxn modelId="{4450ED5B-52DF-4DE2-B5F8-8C0D9351D7A1}" type="presParOf" srcId="{DDF36F7B-FA01-4DB3-8A76-DCA106F0021A}" destId="{57AA033C-3D0E-4E92-8EB0-425008F51E25}" srcOrd="1" destOrd="0" presId="urn:microsoft.com/office/officeart/2018/2/layout/IconCircleList"/>
    <dgm:cxn modelId="{A352CBC5-95CB-414C-8A9F-56533D108EAD}" type="presParOf" srcId="{DDF36F7B-FA01-4DB3-8A76-DCA106F0021A}" destId="{9CB81E60-3A2C-4357-BE94-C0D4492D61E7}" srcOrd="2" destOrd="0" presId="urn:microsoft.com/office/officeart/2018/2/layout/IconCircleList"/>
    <dgm:cxn modelId="{EE2BB89D-0E85-4D56-A95A-0818C9FA183C}" type="presParOf" srcId="{DDF36F7B-FA01-4DB3-8A76-DCA106F0021A}" destId="{97BAC502-179E-48BB-9086-97985B16426C}" srcOrd="3" destOrd="0" presId="urn:microsoft.com/office/officeart/2018/2/layout/IconCircle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2064D337-4DFB-417C-B24E-5B9426036A21}" type="doc">
      <dgm:prSet loTypeId="urn:microsoft.com/office/officeart/2005/8/layout/default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95FDFBD3-82A8-442D-AC52-FAE261A2D5B5}">
      <dgm:prSet/>
      <dgm:spPr/>
      <dgm:t>
        <a:bodyPr/>
        <a:lstStyle/>
        <a:p>
          <a:r>
            <a:rPr lang="en-US"/>
            <a:t>Testing Strategy (pytest):</a:t>
          </a:r>
        </a:p>
      </dgm:t>
    </dgm:pt>
    <dgm:pt modelId="{F17C7C2A-1088-48C9-836D-8EEBC73A3779}" type="parTrans" cxnId="{27294BF0-1A19-4F14-97D7-0EAA20D87206}">
      <dgm:prSet/>
      <dgm:spPr/>
      <dgm:t>
        <a:bodyPr/>
        <a:lstStyle/>
        <a:p>
          <a:endParaRPr lang="en-US"/>
        </a:p>
      </dgm:t>
    </dgm:pt>
    <dgm:pt modelId="{F209ACC6-91E4-4FE5-9A0F-3C8B850A5447}" type="sibTrans" cxnId="{27294BF0-1A19-4F14-97D7-0EAA20D87206}">
      <dgm:prSet/>
      <dgm:spPr/>
      <dgm:t>
        <a:bodyPr/>
        <a:lstStyle/>
        <a:p>
          <a:endParaRPr lang="en-US"/>
        </a:p>
      </dgm:t>
    </dgm:pt>
    <dgm:pt modelId="{21A64715-27C1-4EF6-B10E-1987B7FDD8F6}">
      <dgm:prSet/>
      <dgm:spPr/>
      <dgm:t>
        <a:bodyPr/>
        <a:lstStyle/>
        <a:p>
          <a:r>
            <a:rPr lang="en-US"/>
            <a:t>- Unit Tests: Model constraints.</a:t>
          </a:r>
        </a:p>
      </dgm:t>
    </dgm:pt>
    <dgm:pt modelId="{9C529152-7CF1-4FC0-87EA-D3A8F5DF3FFD}" type="parTrans" cxnId="{F7827342-B079-43AF-B347-6D137744BB9E}">
      <dgm:prSet/>
      <dgm:spPr/>
      <dgm:t>
        <a:bodyPr/>
        <a:lstStyle/>
        <a:p>
          <a:endParaRPr lang="en-US"/>
        </a:p>
      </dgm:t>
    </dgm:pt>
    <dgm:pt modelId="{AFC87183-C86D-4D62-821E-0608BF7165B2}" type="sibTrans" cxnId="{F7827342-B079-43AF-B347-6D137744BB9E}">
      <dgm:prSet/>
      <dgm:spPr/>
      <dgm:t>
        <a:bodyPr/>
        <a:lstStyle/>
        <a:p>
          <a:endParaRPr lang="en-US"/>
        </a:p>
      </dgm:t>
    </dgm:pt>
    <dgm:pt modelId="{8B8B3C3D-9360-41D0-83D5-E2A5D3BB29D3}">
      <dgm:prSet/>
      <dgm:spPr/>
      <dgm:t>
        <a:bodyPr/>
        <a:lstStyle/>
        <a:p>
          <a:r>
            <a:rPr lang="en-US"/>
            <a:t>- Integration Tests: Route logic and redirects.</a:t>
          </a:r>
        </a:p>
      </dgm:t>
    </dgm:pt>
    <dgm:pt modelId="{B09091E8-FC5F-4B2F-908D-BCD84C1366C3}" type="parTrans" cxnId="{07439A80-DF05-46AB-9A66-88ED90590378}">
      <dgm:prSet/>
      <dgm:spPr/>
      <dgm:t>
        <a:bodyPr/>
        <a:lstStyle/>
        <a:p>
          <a:endParaRPr lang="en-US"/>
        </a:p>
      </dgm:t>
    </dgm:pt>
    <dgm:pt modelId="{F0ECADC7-7EBD-4FA5-9A1C-94B2027751E5}" type="sibTrans" cxnId="{07439A80-DF05-46AB-9A66-88ED90590378}">
      <dgm:prSet/>
      <dgm:spPr/>
      <dgm:t>
        <a:bodyPr/>
        <a:lstStyle/>
        <a:p>
          <a:endParaRPr lang="en-US"/>
        </a:p>
      </dgm:t>
    </dgm:pt>
    <dgm:pt modelId="{D1FF5340-4F32-4487-B434-691E459375E6}">
      <dgm:prSet/>
      <dgm:spPr/>
      <dgm:t>
        <a:bodyPr/>
        <a:lstStyle/>
        <a:p>
          <a:r>
            <a:rPr lang="en-US"/>
            <a:t>- Coverage: ~87%.</a:t>
          </a:r>
        </a:p>
      </dgm:t>
    </dgm:pt>
    <dgm:pt modelId="{6459E4B7-4A0C-49C7-A5A6-E615C9F831DE}" type="parTrans" cxnId="{B3D1394E-F31D-4EC3-A1FF-7FD528B9574E}">
      <dgm:prSet/>
      <dgm:spPr/>
      <dgm:t>
        <a:bodyPr/>
        <a:lstStyle/>
        <a:p>
          <a:endParaRPr lang="en-US"/>
        </a:p>
      </dgm:t>
    </dgm:pt>
    <dgm:pt modelId="{A3207A61-405D-4C84-956C-1A67AFF66D2C}" type="sibTrans" cxnId="{B3D1394E-F31D-4EC3-A1FF-7FD528B9574E}">
      <dgm:prSet/>
      <dgm:spPr/>
      <dgm:t>
        <a:bodyPr/>
        <a:lstStyle/>
        <a:p>
          <a:endParaRPr lang="en-US"/>
        </a:p>
      </dgm:t>
    </dgm:pt>
    <dgm:pt modelId="{6149AAF3-92A1-462B-B85A-16E2AA4F6670}">
      <dgm:prSet/>
      <dgm:spPr/>
      <dgm:t>
        <a:bodyPr/>
        <a:lstStyle/>
        <a:p>
          <a:r>
            <a:rPr lang="en-US"/>
            <a:t>Lessons Learned:</a:t>
          </a:r>
        </a:p>
      </dgm:t>
    </dgm:pt>
    <dgm:pt modelId="{1B5BEAB3-CBA5-4E8E-A8F9-A794CFE7ECD5}" type="parTrans" cxnId="{4B4ACF39-E47B-40CD-BDFD-D3A39F6FB9F1}">
      <dgm:prSet/>
      <dgm:spPr/>
      <dgm:t>
        <a:bodyPr/>
        <a:lstStyle/>
        <a:p>
          <a:endParaRPr lang="en-US"/>
        </a:p>
      </dgm:t>
    </dgm:pt>
    <dgm:pt modelId="{8390063B-B6CD-4823-A465-0943160B2B95}" type="sibTrans" cxnId="{4B4ACF39-E47B-40CD-BDFD-D3A39F6FB9F1}">
      <dgm:prSet/>
      <dgm:spPr/>
      <dgm:t>
        <a:bodyPr/>
        <a:lstStyle/>
        <a:p>
          <a:endParaRPr lang="en-US"/>
        </a:p>
      </dgm:t>
    </dgm:pt>
    <dgm:pt modelId="{91CE9956-C536-4518-BF9E-E40D9E4F58A1}">
      <dgm:prSet/>
      <dgm:spPr/>
      <dgm:t>
        <a:bodyPr/>
        <a:lstStyle/>
        <a:p>
          <a:r>
            <a:rPr lang="en-US"/>
            <a:t>- Challenge: Headless browser rendering for PDFs.</a:t>
          </a:r>
        </a:p>
      </dgm:t>
    </dgm:pt>
    <dgm:pt modelId="{18D476A1-5821-4585-A13F-1CD1280E0EB4}" type="parTrans" cxnId="{6A66AEDE-6F1A-4A2A-8327-45897CD9857B}">
      <dgm:prSet/>
      <dgm:spPr/>
      <dgm:t>
        <a:bodyPr/>
        <a:lstStyle/>
        <a:p>
          <a:endParaRPr lang="en-US"/>
        </a:p>
      </dgm:t>
    </dgm:pt>
    <dgm:pt modelId="{3622FD06-795C-4B2D-A025-B783435E29DA}" type="sibTrans" cxnId="{6A66AEDE-6F1A-4A2A-8327-45897CD9857B}">
      <dgm:prSet/>
      <dgm:spPr/>
      <dgm:t>
        <a:bodyPr/>
        <a:lstStyle/>
        <a:p>
          <a:endParaRPr lang="en-US"/>
        </a:p>
      </dgm:t>
    </dgm:pt>
    <dgm:pt modelId="{44A873CA-1AC2-4F42-A361-F61C7AB5FD58}">
      <dgm:prSet/>
      <dgm:spPr/>
      <dgm:t>
        <a:bodyPr/>
        <a:lstStyle/>
        <a:p>
          <a:r>
            <a:rPr lang="en-US"/>
            <a:t>- Success: Robust MVC separation allowed easy API integration.</a:t>
          </a:r>
        </a:p>
      </dgm:t>
    </dgm:pt>
    <dgm:pt modelId="{653DFBFB-A32F-4667-AB88-0DC1E5518F45}" type="parTrans" cxnId="{A429FC52-462D-4883-B26D-BDB6A5C22E4E}">
      <dgm:prSet/>
      <dgm:spPr/>
      <dgm:t>
        <a:bodyPr/>
        <a:lstStyle/>
        <a:p>
          <a:endParaRPr lang="en-US"/>
        </a:p>
      </dgm:t>
    </dgm:pt>
    <dgm:pt modelId="{F9E44450-E34E-465D-BAFF-D80475E55993}" type="sibTrans" cxnId="{A429FC52-462D-4883-B26D-BDB6A5C22E4E}">
      <dgm:prSet/>
      <dgm:spPr/>
      <dgm:t>
        <a:bodyPr/>
        <a:lstStyle/>
        <a:p>
          <a:endParaRPr lang="en-US"/>
        </a:p>
      </dgm:t>
    </dgm:pt>
    <dgm:pt modelId="{962EEA0C-F8B0-6944-8733-348F18DF08D3}" type="pres">
      <dgm:prSet presAssocID="{2064D337-4DFB-417C-B24E-5B9426036A21}" presName="diagram" presStyleCnt="0">
        <dgm:presLayoutVars>
          <dgm:dir/>
          <dgm:resizeHandles val="exact"/>
        </dgm:presLayoutVars>
      </dgm:prSet>
      <dgm:spPr/>
    </dgm:pt>
    <dgm:pt modelId="{FCCA21BD-E1A7-5B46-9492-CE1C18444712}" type="pres">
      <dgm:prSet presAssocID="{95FDFBD3-82A8-442D-AC52-FAE261A2D5B5}" presName="node" presStyleLbl="node1" presStyleIdx="0" presStyleCnt="7">
        <dgm:presLayoutVars>
          <dgm:bulletEnabled val="1"/>
        </dgm:presLayoutVars>
      </dgm:prSet>
      <dgm:spPr/>
    </dgm:pt>
    <dgm:pt modelId="{37BE91CC-0069-1540-A187-0D200A9F92C6}" type="pres">
      <dgm:prSet presAssocID="{F209ACC6-91E4-4FE5-9A0F-3C8B850A5447}" presName="sibTrans" presStyleCnt="0"/>
      <dgm:spPr/>
    </dgm:pt>
    <dgm:pt modelId="{EBA875C3-E1B4-D94A-ADDF-E6E0D6C210B7}" type="pres">
      <dgm:prSet presAssocID="{21A64715-27C1-4EF6-B10E-1987B7FDD8F6}" presName="node" presStyleLbl="node1" presStyleIdx="1" presStyleCnt="7">
        <dgm:presLayoutVars>
          <dgm:bulletEnabled val="1"/>
        </dgm:presLayoutVars>
      </dgm:prSet>
      <dgm:spPr/>
    </dgm:pt>
    <dgm:pt modelId="{7E6C5FA5-E200-0346-A4AD-EFFEA6C82428}" type="pres">
      <dgm:prSet presAssocID="{AFC87183-C86D-4D62-821E-0608BF7165B2}" presName="sibTrans" presStyleCnt="0"/>
      <dgm:spPr/>
    </dgm:pt>
    <dgm:pt modelId="{5A6EEA18-DDEF-9C49-AA84-36303096ED0D}" type="pres">
      <dgm:prSet presAssocID="{8B8B3C3D-9360-41D0-83D5-E2A5D3BB29D3}" presName="node" presStyleLbl="node1" presStyleIdx="2" presStyleCnt="7">
        <dgm:presLayoutVars>
          <dgm:bulletEnabled val="1"/>
        </dgm:presLayoutVars>
      </dgm:prSet>
      <dgm:spPr/>
    </dgm:pt>
    <dgm:pt modelId="{81CE0DF8-BBAA-AA4C-B2A1-5C423DD9F9D1}" type="pres">
      <dgm:prSet presAssocID="{F0ECADC7-7EBD-4FA5-9A1C-94B2027751E5}" presName="sibTrans" presStyleCnt="0"/>
      <dgm:spPr/>
    </dgm:pt>
    <dgm:pt modelId="{CB2BB3C6-89C3-6149-B6AB-4E76E1B1EB81}" type="pres">
      <dgm:prSet presAssocID="{D1FF5340-4F32-4487-B434-691E459375E6}" presName="node" presStyleLbl="node1" presStyleIdx="3" presStyleCnt="7">
        <dgm:presLayoutVars>
          <dgm:bulletEnabled val="1"/>
        </dgm:presLayoutVars>
      </dgm:prSet>
      <dgm:spPr/>
    </dgm:pt>
    <dgm:pt modelId="{4303CF36-75BA-B040-9D45-01CDED3C0984}" type="pres">
      <dgm:prSet presAssocID="{A3207A61-405D-4C84-956C-1A67AFF66D2C}" presName="sibTrans" presStyleCnt="0"/>
      <dgm:spPr/>
    </dgm:pt>
    <dgm:pt modelId="{ECCF7BAC-02A0-A649-A185-00ACBCD163D0}" type="pres">
      <dgm:prSet presAssocID="{6149AAF3-92A1-462B-B85A-16E2AA4F6670}" presName="node" presStyleLbl="node1" presStyleIdx="4" presStyleCnt="7">
        <dgm:presLayoutVars>
          <dgm:bulletEnabled val="1"/>
        </dgm:presLayoutVars>
      </dgm:prSet>
      <dgm:spPr/>
    </dgm:pt>
    <dgm:pt modelId="{E6B8422E-A0DC-0D43-9180-333B26B50AB4}" type="pres">
      <dgm:prSet presAssocID="{8390063B-B6CD-4823-A465-0943160B2B95}" presName="sibTrans" presStyleCnt="0"/>
      <dgm:spPr/>
    </dgm:pt>
    <dgm:pt modelId="{4D38682E-9FD6-2242-9043-110721FE8CD5}" type="pres">
      <dgm:prSet presAssocID="{91CE9956-C536-4518-BF9E-E40D9E4F58A1}" presName="node" presStyleLbl="node1" presStyleIdx="5" presStyleCnt="7">
        <dgm:presLayoutVars>
          <dgm:bulletEnabled val="1"/>
        </dgm:presLayoutVars>
      </dgm:prSet>
      <dgm:spPr/>
    </dgm:pt>
    <dgm:pt modelId="{2117F5F7-4306-BA48-94EA-89EF7810478B}" type="pres">
      <dgm:prSet presAssocID="{3622FD06-795C-4B2D-A025-B783435E29DA}" presName="sibTrans" presStyleCnt="0"/>
      <dgm:spPr/>
    </dgm:pt>
    <dgm:pt modelId="{A0F0251D-656E-AD40-B97B-F6CE50CE0E0B}" type="pres">
      <dgm:prSet presAssocID="{44A873CA-1AC2-4F42-A361-F61C7AB5FD58}" presName="node" presStyleLbl="node1" presStyleIdx="6" presStyleCnt="7">
        <dgm:presLayoutVars>
          <dgm:bulletEnabled val="1"/>
        </dgm:presLayoutVars>
      </dgm:prSet>
      <dgm:spPr/>
    </dgm:pt>
  </dgm:ptLst>
  <dgm:cxnLst>
    <dgm:cxn modelId="{FFD30D19-BAB0-FB47-890B-1A8BEB70C433}" type="presOf" srcId="{6149AAF3-92A1-462B-B85A-16E2AA4F6670}" destId="{ECCF7BAC-02A0-A649-A185-00ACBCD163D0}" srcOrd="0" destOrd="0" presId="urn:microsoft.com/office/officeart/2005/8/layout/default"/>
    <dgm:cxn modelId="{584E742B-31FF-7748-9E18-4C1FCEA3BD80}" type="presOf" srcId="{95FDFBD3-82A8-442D-AC52-FAE261A2D5B5}" destId="{FCCA21BD-E1A7-5B46-9492-CE1C18444712}" srcOrd="0" destOrd="0" presId="urn:microsoft.com/office/officeart/2005/8/layout/default"/>
    <dgm:cxn modelId="{4B4ACF39-E47B-40CD-BDFD-D3A39F6FB9F1}" srcId="{2064D337-4DFB-417C-B24E-5B9426036A21}" destId="{6149AAF3-92A1-462B-B85A-16E2AA4F6670}" srcOrd="4" destOrd="0" parTransId="{1B5BEAB3-CBA5-4E8E-A8F9-A794CFE7ECD5}" sibTransId="{8390063B-B6CD-4823-A465-0943160B2B95}"/>
    <dgm:cxn modelId="{F7827342-B079-43AF-B347-6D137744BB9E}" srcId="{2064D337-4DFB-417C-B24E-5B9426036A21}" destId="{21A64715-27C1-4EF6-B10E-1987B7FDD8F6}" srcOrd="1" destOrd="0" parTransId="{9C529152-7CF1-4FC0-87EA-D3A8F5DF3FFD}" sibTransId="{AFC87183-C86D-4D62-821E-0608BF7165B2}"/>
    <dgm:cxn modelId="{B3D1394E-F31D-4EC3-A1FF-7FD528B9574E}" srcId="{2064D337-4DFB-417C-B24E-5B9426036A21}" destId="{D1FF5340-4F32-4487-B434-691E459375E6}" srcOrd="3" destOrd="0" parTransId="{6459E4B7-4A0C-49C7-A5A6-E615C9F831DE}" sibTransId="{A3207A61-405D-4C84-956C-1A67AFF66D2C}"/>
    <dgm:cxn modelId="{CF300C4F-2636-D648-8DE2-6FF0936050AB}" type="presOf" srcId="{D1FF5340-4F32-4487-B434-691E459375E6}" destId="{CB2BB3C6-89C3-6149-B6AB-4E76E1B1EB81}" srcOrd="0" destOrd="0" presId="urn:microsoft.com/office/officeart/2005/8/layout/default"/>
    <dgm:cxn modelId="{A429FC52-462D-4883-B26D-BDB6A5C22E4E}" srcId="{2064D337-4DFB-417C-B24E-5B9426036A21}" destId="{44A873CA-1AC2-4F42-A361-F61C7AB5FD58}" srcOrd="6" destOrd="0" parTransId="{653DFBFB-A32F-4667-AB88-0DC1E5518F45}" sibTransId="{F9E44450-E34E-465D-BAFF-D80475E55993}"/>
    <dgm:cxn modelId="{07439A80-DF05-46AB-9A66-88ED90590378}" srcId="{2064D337-4DFB-417C-B24E-5B9426036A21}" destId="{8B8B3C3D-9360-41D0-83D5-E2A5D3BB29D3}" srcOrd="2" destOrd="0" parTransId="{B09091E8-FC5F-4B2F-908D-BCD84C1366C3}" sibTransId="{F0ECADC7-7EBD-4FA5-9A1C-94B2027751E5}"/>
    <dgm:cxn modelId="{BF90F8B6-BA62-9B47-9E4F-979574F3B01E}" type="presOf" srcId="{8B8B3C3D-9360-41D0-83D5-E2A5D3BB29D3}" destId="{5A6EEA18-DDEF-9C49-AA84-36303096ED0D}" srcOrd="0" destOrd="0" presId="urn:microsoft.com/office/officeart/2005/8/layout/default"/>
    <dgm:cxn modelId="{6F1F08CF-869D-E84C-8F8B-D0DDE4365D43}" type="presOf" srcId="{91CE9956-C536-4518-BF9E-E40D9E4F58A1}" destId="{4D38682E-9FD6-2242-9043-110721FE8CD5}" srcOrd="0" destOrd="0" presId="urn:microsoft.com/office/officeart/2005/8/layout/default"/>
    <dgm:cxn modelId="{878688D6-D5C1-644F-A3CB-5EDAED82A7C5}" type="presOf" srcId="{21A64715-27C1-4EF6-B10E-1987B7FDD8F6}" destId="{EBA875C3-E1B4-D94A-ADDF-E6E0D6C210B7}" srcOrd="0" destOrd="0" presId="urn:microsoft.com/office/officeart/2005/8/layout/default"/>
    <dgm:cxn modelId="{C50D6EDC-E127-374F-8C20-4B5E2F6B65F0}" type="presOf" srcId="{2064D337-4DFB-417C-B24E-5B9426036A21}" destId="{962EEA0C-F8B0-6944-8733-348F18DF08D3}" srcOrd="0" destOrd="0" presId="urn:microsoft.com/office/officeart/2005/8/layout/default"/>
    <dgm:cxn modelId="{6A66AEDE-6F1A-4A2A-8327-45897CD9857B}" srcId="{2064D337-4DFB-417C-B24E-5B9426036A21}" destId="{91CE9956-C536-4518-BF9E-E40D9E4F58A1}" srcOrd="5" destOrd="0" parTransId="{18D476A1-5821-4585-A13F-1CD1280E0EB4}" sibTransId="{3622FD06-795C-4B2D-A025-B783435E29DA}"/>
    <dgm:cxn modelId="{27294BF0-1A19-4F14-97D7-0EAA20D87206}" srcId="{2064D337-4DFB-417C-B24E-5B9426036A21}" destId="{95FDFBD3-82A8-442D-AC52-FAE261A2D5B5}" srcOrd="0" destOrd="0" parTransId="{F17C7C2A-1088-48C9-836D-8EEBC73A3779}" sibTransId="{F209ACC6-91E4-4FE5-9A0F-3C8B850A5447}"/>
    <dgm:cxn modelId="{3E7DD3F0-22AC-2D41-91FA-DBE5AA596B6F}" type="presOf" srcId="{44A873CA-1AC2-4F42-A361-F61C7AB5FD58}" destId="{A0F0251D-656E-AD40-B97B-F6CE50CE0E0B}" srcOrd="0" destOrd="0" presId="urn:microsoft.com/office/officeart/2005/8/layout/default"/>
    <dgm:cxn modelId="{39F7FAE2-FC40-2643-9B4C-8BF2520F74B4}" type="presParOf" srcId="{962EEA0C-F8B0-6944-8733-348F18DF08D3}" destId="{FCCA21BD-E1A7-5B46-9492-CE1C18444712}" srcOrd="0" destOrd="0" presId="urn:microsoft.com/office/officeart/2005/8/layout/default"/>
    <dgm:cxn modelId="{73554F73-6E1D-3A47-8A17-391498BDB7FF}" type="presParOf" srcId="{962EEA0C-F8B0-6944-8733-348F18DF08D3}" destId="{37BE91CC-0069-1540-A187-0D200A9F92C6}" srcOrd="1" destOrd="0" presId="urn:microsoft.com/office/officeart/2005/8/layout/default"/>
    <dgm:cxn modelId="{92A72774-6E64-0441-99C5-A268BDC233A9}" type="presParOf" srcId="{962EEA0C-F8B0-6944-8733-348F18DF08D3}" destId="{EBA875C3-E1B4-D94A-ADDF-E6E0D6C210B7}" srcOrd="2" destOrd="0" presId="urn:microsoft.com/office/officeart/2005/8/layout/default"/>
    <dgm:cxn modelId="{385E0CBA-A795-704A-8153-8715B9C87E80}" type="presParOf" srcId="{962EEA0C-F8B0-6944-8733-348F18DF08D3}" destId="{7E6C5FA5-E200-0346-A4AD-EFFEA6C82428}" srcOrd="3" destOrd="0" presId="urn:microsoft.com/office/officeart/2005/8/layout/default"/>
    <dgm:cxn modelId="{3CA8734A-83B4-8E47-939D-02BF7E8DB4FF}" type="presParOf" srcId="{962EEA0C-F8B0-6944-8733-348F18DF08D3}" destId="{5A6EEA18-DDEF-9C49-AA84-36303096ED0D}" srcOrd="4" destOrd="0" presId="urn:microsoft.com/office/officeart/2005/8/layout/default"/>
    <dgm:cxn modelId="{9EFAD1FD-AA7B-064C-8C31-06ACBDE56B1E}" type="presParOf" srcId="{962EEA0C-F8B0-6944-8733-348F18DF08D3}" destId="{81CE0DF8-BBAA-AA4C-B2A1-5C423DD9F9D1}" srcOrd="5" destOrd="0" presId="urn:microsoft.com/office/officeart/2005/8/layout/default"/>
    <dgm:cxn modelId="{A715F01A-3FDD-D04D-9DF9-9E2D125902E0}" type="presParOf" srcId="{962EEA0C-F8B0-6944-8733-348F18DF08D3}" destId="{CB2BB3C6-89C3-6149-B6AB-4E76E1B1EB81}" srcOrd="6" destOrd="0" presId="urn:microsoft.com/office/officeart/2005/8/layout/default"/>
    <dgm:cxn modelId="{122353AA-8B70-124D-9CCF-66989E9802A4}" type="presParOf" srcId="{962EEA0C-F8B0-6944-8733-348F18DF08D3}" destId="{4303CF36-75BA-B040-9D45-01CDED3C0984}" srcOrd="7" destOrd="0" presId="urn:microsoft.com/office/officeart/2005/8/layout/default"/>
    <dgm:cxn modelId="{1DE5D1F3-598D-044D-AD0F-A3FE1DB87317}" type="presParOf" srcId="{962EEA0C-F8B0-6944-8733-348F18DF08D3}" destId="{ECCF7BAC-02A0-A649-A185-00ACBCD163D0}" srcOrd="8" destOrd="0" presId="urn:microsoft.com/office/officeart/2005/8/layout/default"/>
    <dgm:cxn modelId="{15B30BE2-CCF5-5F47-857B-CA30FF3720E7}" type="presParOf" srcId="{962EEA0C-F8B0-6944-8733-348F18DF08D3}" destId="{E6B8422E-A0DC-0D43-9180-333B26B50AB4}" srcOrd="9" destOrd="0" presId="urn:microsoft.com/office/officeart/2005/8/layout/default"/>
    <dgm:cxn modelId="{840A7440-6B40-5A43-AD5C-35262A5BB125}" type="presParOf" srcId="{962EEA0C-F8B0-6944-8733-348F18DF08D3}" destId="{4D38682E-9FD6-2242-9043-110721FE8CD5}" srcOrd="10" destOrd="0" presId="urn:microsoft.com/office/officeart/2005/8/layout/default"/>
    <dgm:cxn modelId="{D30A6E7D-4D52-0C41-89DB-39243D96B159}" type="presParOf" srcId="{962EEA0C-F8B0-6944-8733-348F18DF08D3}" destId="{2117F5F7-4306-BA48-94EA-89EF7810478B}" srcOrd="11" destOrd="0" presId="urn:microsoft.com/office/officeart/2005/8/layout/default"/>
    <dgm:cxn modelId="{453AEEC6-ECA4-354C-BC43-F1A9E2B10180}" type="presParOf" srcId="{962EEA0C-F8B0-6944-8733-348F18DF08D3}" destId="{A0F0251D-656E-AD40-B97B-F6CE50CE0E0B}" srcOrd="12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479F27F7-A55A-471C-8E7F-42EE9BD93A22}" type="doc">
      <dgm:prSet loTypeId="urn:microsoft.com/office/officeart/2005/8/layout/matrix3" loCatId="matrix" qsTypeId="urn:microsoft.com/office/officeart/2005/8/quickstyle/simple4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70AB3B43-8B98-43E6-B785-53A8DEDC6869}">
      <dgm:prSet/>
      <dgm:spPr/>
      <dgm:t>
        <a:bodyPr/>
        <a:lstStyle/>
        <a:p>
          <a:r>
            <a:rPr lang="en-US"/>
            <a:t>• Completed full MVC finance tracking system</a:t>
          </a:r>
        </a:p>
      </dgm:t>
    </dgm:pt>
    <dgm:pt modelId="{1666DD78-5405-45D5-B3F4-B900FC744F54}" type="parTrans" cxnId="{50FEFF82-A94E-4234-B9D2-875AF24C86B3}">
      <dgm:prSet/>
      <dgm:spPr/>
      <dgm:t>
        <a:bodyPr/>
        <a:lstStyle/>
        <a:p>
          <a:endParaRPr lang="en-US"/>
        </a:p>
      </dgm:t>
    </dgm:pt>
    <dgm:pt modelId="{1353CEF7-8C2C-45FE-92D1-541FD5F7EC1F}" type="sibTrans" cxnId="{50FEFF82-A94E-4234-B9D2-875AF24C86B3}">
      <dgm:prSet/>
      <dgm:spPr/>
      <dgm:t>
        <a:bodyPr/>
        <a:lstStyle/>
        <a:p>
          <a:endParaRPr lang="en-US"/>
        </a:p>
      </dgm:t>
    </dgm:pt>
    <dgm:pt modelId="{86B93C14-3C53-4FF0-80FA-3899FCAF9CD0}">
      <dgm:prSet/>
      <dgm:spPr/>
      <dgm:t>
        <a:bodyPr/>
        <a:lstStyle/>
        <a:p>
          <a:r>
            <a:rPr lang="en-US"/>
            <a:t>• Delivered forecasting, visualization, and reporting on time</a:t>
          </a:r>
        </a:p>
      </dgm:t>
    </dgm:pt>
    <dgm:pt modelId="{D4B85FA4-8EF7-4D90-AFEB-07F0319DCCA7}" type="parTrans" cxnId="{FB525F39-9663-4E77-95A9-876F423AC40A}">
      <dgm:prSet/>
      <dgm:spPr/>
      <dgm:t>
        <a:bodyPr/>
        <a:lstStyle/>
        <a:p>
          <a:endParaRPr lang="en-US"/>
        </a:p>
      </dgm:t>
    </dgm:pt>
    <dgm:pt modelId="{329149B4-8CBE-41CE-9CB1-7FD23865210D}" type="sibTrans" cxnId="{FB525F39-9663-4E77-95A9-876F423AC40A}">
      <dgm:prSet/>
      <dgm:spPr/>
      <dgm:t>
        <a:bodyPr/>
        <a:lstStyle/>
        <a:p>
          <a:endParaRPr lang="en-US"/>
        </a:p>
      </dgm:t>
    </dgm:pt>
    <dgm:pt modelId="{4C63CA4E-213D-4544-820E-B8D40A6E2F9D}">
      <dgm:prSet/>
      <dgm:spPr/>
      <dgm:t>
        <a:bodyPr/>
        <a:lstStyle/>
        <a:p>
          <a:r>
            <a:rPr lang="en-US"/>
            <a:t>• Improved stability and modular architecture</a:t>
          </a:r>
        </a:p>
      </dgm:t>
    </dgm:pt>
    <dgm:pt modelId="{BB6FB485-9E6D-4F6C-B092-539683CD595E}" type="parTrans" cxnId="{F6E99563-3EC7-486B-85EC-73C9D37C847E}">
      <dgm:prSet/>
      <dgm:spPr/>
      <dgm:t>
        <a:bodyPr/>
        <a:lstStyle/>
        <a:p>
          <a:endParaRPr lang="en-US"/>
        </a:p>
      </dgm:t>
    </dgm:pt>
    <dgm:pt modelId="{9717A8A5-E743-4461-AA78-6E695B284B71}" type="sibTrans" cxnId="{F6E99563-3EC7-486B-85EC-73C9D37C847E}">
      <dgm:prSet/>
      <dgm:spPr/>
      <dgm:t>
        <a:bodyPr/>
        <a:lstStyle/>
        <a:p>
          <a:endParaRPr lang="en-US"/>
        </a:p>
      </dgm:t>
    </dgm:pt>
    <dgm:pt modelId="{190F5E57-C9B0-4289-A67B-C173DB4CBBDE}">
      <dgm:prSet/>
      <dgm:spPr/>
      <dgm:t>
        <a:bodyPr/>
        <a:lstStyle/>
        <a:p>
          <a:r>
            <a:rPr lang="en-US"/>
            <a:t>• Strong team collaboration and communication</a:t>
          </a:r>
        </a:p>
      </dgm:t>
    </dgm:pt>
    <dgm:pt modelId="{A12E78B1-677B-43AA-B9C9-94F8757ECFC0}" type="parTrans" cxnId="{64BC6E45-AE60-4DE5-B561-C754DF50369C}">
      <dgm:prSet/>
      <dgm:spPr/>
      <dgm:t>
        <a:bodyPr/>
        <a:lstStyle/>
        <a:p>
          <a:endParaRPr lang="en-US"/>
        </a:p>
      </dgm:t>
    </dgm:pt>
    <dgm:pt modelId="{5AC50564-9A0F-479C-87CE-24BB58FF2166}" type="sibTrans" cxnId="{64BC6E45-AE60-4DE5-B561-C754DF50369C}">
      <dgm:prSet/>
      <dgm:spPr/>
      <dgm:t>
        <a:bodyPr/>
        <a:lstStyle/>
        <a:p>
          <a:endParaRPr lang="en-US"/>
        </a:p>
      </dgm:t>
    </dgm:pt>
    <dgm:pt modelId="{7CB316A2-A5B3-FA4A-9C86-F0076A4BD48F}" type="pres">
      <dgm:prSet presAssocID="{479F27F7-A55A-471C-8E7F-42EE9BD93A22}" presName="matrix" presStyleCnt="0">
        <dgm:presLayoutVars>
          <dgm:chMax val="1"/>
          <dgm:dir/>
          <dgm:resizeHandles val="exact"/>
        </dgm:presLayoutVars>
      </dgm:prSet>
      <dgm:spPr/>
    </dgm:pt>
    <dgm:pt modelId="{52BA57F2-83E0-464E-B8E0-0CD90C23E636}" type="pres">
      <dgm:prSet presAssocID="{479F27F7-A55A-471C-8E7F-42EE9BD93A22}" presName="diamond" presStyleLbl="bgShp" presStyleIdx="0" presStyleCnt="1"/>
      <dgm:spPr/>
    </dgm:pt>
    <dgm:pt modelId="{26F99112-30DE-574C-8F10-D250B4B39BFE}" type="pres">
      <dgm:prSet presAssocID="{479F27F7-A55A-471C-8E7F-42EE9BD93A22}" presName="quad1" presStyleLbl="node1" presStyleIdx="0" presStyleCnt="4">
        <dgm:presLayoutVars>
          <dgm:chMax val="0"/>
          <dgm:chPref val="0"/>
          <dgm:bulletEnabled val="1"/>
        </dgm:presLayoutVars>
      </dgm:prSet>
      <dgm:spPr/>
    </dgm:pt>
    <dgm:pt modelId="{A38E7C6A-54B4-4C47-9FB1-6E5078B7B95B}" type="pres">
      <dgm:prSet presAssocID="{479F27F7-A55A-471C-8E7F-42EE9BD93A22}" presName="quad2" presStyleLbl="node1" presStyleIdx="1" presStyleCnt="4">
        <dgm:presLayoutVars>
          <dgm:chMax val="0"/>
          <dgm:chPref val="0"/>
          <dgm:bulletEnabled val="1"/>
        </dgm:presLayoutVars>
      </dgm:prSet>
      <dgm:spPr/>
    </dgm:pt>
    <dgm:pt modelId="{020F71E1-EAA2-654E-A14F-CA9A2A1BD1EF}" type="pres">
      <dgm:prSet presAssocID="{479F27F7-A55A-471C-8E7F-42EE9BD93A22}" presName="quad3" presStyleLbl="node1" presStyleIdx="2" presStyleCnt="4">
        <dgm:presLayoutVars>
          <dgm:chMax val="0"/>
          <dgm:chPref val="0"/>
          <dgm:bulletEnabled val="1"/>
        </dgm:presLayoutVars>
      </dgm:prSet>
      <dgm:spPr/>
    </dgm:pt>
    <dgm:pt modelId="{822ABBCF-7C56-1442-8DD9-54266AA27F68}" type="pres">
      <dgm:prSet presAssocID="{479F27F7-A55A-471C-8E7F-42EE9BD93A22}" presName="quad4" presStyleLbl="node1" presStyleIdx="3" presStyleCnt="4">
        <dgm:presLayoutVars>
          <dgm:chMax val="0"/>
          <dgm:chPref val="0"/>
          <dgm:bulletEnabled val="1"/>
        </dgm:presLayoutVars>
      </dgm:prSet>
      <dgm:spPr/>
    </dgm:pt>
  </dgm:ptLst>
  <dgm:cxnLst>
    <dgm:cxn modelId="{FB525F39-9663-4E77-95A9-876F423AC40A}" srcId="{479F27F7-A55A-471C-8E7F-42EE9BD93A22}" destId="{86B93C14-3C53-4FF0-80FA-3899FCAF9CD0}" srcOrd="1" destOrd="0" parTransId="{D4B85FA4-8EF7-4D90-AFEB-07F0319DCCA7}" sibTransId="{329149B4-8CBE-41CE-9CB1-7FD23865210D}"/>
    <dgm:cxn modelId="{47CE4E3B-C411-A040-AF02-7C24CA6FDC15}" type="presOf" srcId="{4C63CA4E-213D-4544-820E-B8D40A6E2F9D}" destId="{020F71E1-EAA2-654E-A14F-CA9A2A1BD1EF}" srcOrd="0" destOrd="0" presId="urn:microsoft.com/office/officeart/2005/8/layout/matrix3"/>
    <dgm:cxn modelId="{64BC6E45-AE60-4DE5-B561-C754DF50369C}" srcId="{479F27F7-A55A-471C-8E7F-42EE9BD93A22}" destId="{190F5E57-C9B0-4289-A67B-C173DB4CBBDE}" srcOrd="3" destOrd="0" parTransId="{A12E78B1-677B-43AA-B9C9-94F8757ECFC0}" sibTransId="{5AC50564-9A0F-479C-87CE-24BB58FF2166}"/>
    <dgm:cxn modelId="{28A82061-88E5-6749-9CD5-3F70F5A3BBA9}" type="presOf" srcId="{479F27F7-A55A-471C-8E7F-42EE9BD93A22}" destId="{7CB316A2-A5B3-FA4A-9C86-F0076A4BD48F}" srcOrd="0" destOrd="0" presId="urn:microsoft.com/office/officeart/2005/8/layout/matrix3"/>
    <dgm:cxn modelId="{F6E99563-3EC7-486B-85EC-73C9D37C847E}" srcId="{479F27F7-A55A-471C-8E7F-42EE9BD93A22}" destId="{4C63CA4E-213D-4544-820E-B8D40A6E2F9D}" srcOrd="2" destOrd="0" parTransId="{BB6FB485-9E6D-4F6C-B092-539683CD595E}" sibTransId="{9717A8A5-E743-4461-AA78-6E695B284B71}"/>
    <dgm:cxn modelId="{50FEFF82-A94E-4234-B9D2-875AF24C86B3}" srcId="{479F27F7-A55A-471C-8E7F-42EE9BD93A22}" destId="{70AB3B43-8B98-43E6-B785-53A8DEDC6869}" srcOrd="0" destOrd="0" parTransId="{1666DD78-5405-45D5-B3F4-B900FC744F54}" sibTransId="{1353CEF7-8C2C-45FE-92D1-541FD5F7EC1F}"/>
    <dgm:cxn modelId="{338E7998-9483-7F45-B469-FE77B883D8D3}" type="presOf" srcId="{86B93C14-3C53-4FF0-80FA-3899FCAF9CD0}" destId="{A38E7C6A-54B4-4C47-9FB1-6E5078B7B95B}" srcOrd="0" destOrd="0" presId="urn:microsoft.com/office/officeart/2005/8/layout/matrix3"/>
    <dgm:cxn modelId="{ABCD89B8-C7FD-4741-8379-ACBFEBB0C1DE}" type="presOf" srcId="{190F5E57-C9B0-4289-A67B-C173DB4CBBDE}" destId="{822ABBCF-7C56-1442-8DD9-54266AA27F68}" srcOrd="0" destOrd="0" presId="urn:microsoft.com/office/officeart/2005/8/layout/matrix3"/>
    <dgm:cxn modelId="{7585A8C6-0705-C64C-B443-FA550097798D}" type="presOf" srcId="{70AB3B43-8B98-43E6-B785-53A8DEDC6869}" destId="{26F99112-30DE-574C-8F10-D250B4B39BFE}" srcOrd="0" destOrd="0" presId="urn:microsoft.com/office/officeart/2005/8/layout/matrix3"/>
    <dgm:cxn modelId="{99D1CAF7-F516-3F43-98EC-8ADE6002FD33}" type="presParOf" srcId="{7CB316A2-A5B3-FA4A-9C86-F0076A4BD48F}" destId="{52BA57F2-83E0-464E-B8E0-0CD90C23E636}" srcOrd="0" destOrd="0" presId="urn:microsoft.com/office/officeart/2005/8/layout/matrix3"/>
    <dgm:cxn modelId="{D865FC71-E577-5047-A8D5-55BE3EF33FC6}" type="presParOf" srcId="{7CB316A2-A5B3-FA4A-9C86-F0076A4BD48F}" destId="{26F99112-30DE-574C-8F10-D250B4B39BFE}" srcOrd="1" destOrd="0" presId="urn:microsoft.com/office/officeart/2005/8/layout/matrix3"/>
    <dgm:cxn modelId="{B5FBDBD1-CEF3-F541-ADFD-AC1351C19C90}" type="presParOf" srcId="{7CB316A2-A5B3-FA4A-9C86-F0076A4BD48F}" destId="{A38E7C6A-54B4-4C47-9FB1-6E5078B7B95B}" srcOrd="2" destOrd="0" presId="urn:microsoft.com/office/officeart/2005/8/layout/matrix3"/>
    <dgm:cxn modelId="{E371249D-F1ED-2C45-AAA5-A642C19F91AF}" type="presParOf" srcId="{7CB316A2-A5B3-FA4A-9C86-F0076A4BD48F}" destId="{020F71E1-EAA2-654E-A14F-CA9A2A1BD1EF}" srcOrd="3" destOrd="0" presId="urn:microsoft.com/office/officeart/2005/8/layout/matrix3"/>
    <dgm:cxn modelId="{09BAA3C4-7153-D445-B264-809C01A4E822}" type="presParOf" srcId="{7CB316A2-A5B3-FA4A-9C86-F0076A4BD48F}" destId="{822ABBCF-7C56-1442-8DD9-54266AA27F68}" srcOrd="4" destOrd="0" presId="urn:microsoft.com/office/officeart/2005/8/layout/matrix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BC52972E-21AB-444A-BCDD-321338AE4773}" type="doc">
      <dgm:prSet loTypeId="urn:microsoft.com/office/officeart/2005/8/layout/default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DD72C91A-3F8E-4EB4-9CCF-E3A3CAF14351}">
      <dgm:prSet/>
      <dgm:spPr/>
      <dgm:t>
        <a:bodyPr/>
        <a:lstStyle/>
        <a:p>
          <a:r>
            <a:rPr lang="en-US"/>
            <a:t>• Early delays due to API and environment failures</a:t>
          </a:r>
        </a:p>
      </dgm:t>
    </dgm:pt>
    <dgm:pt modelId="{D698A4C2-DD14-4F1A-AC29-61E1FE320701}" type="parTrans" cxnId="{C5838871-2421-4E27-8088-AAE0D9626C39}">
      <dgm:prSet/>
      <dgm:spPr/>
      <dgm:t>
        <a:bodyPr/>
        <a:lstStyle/>
        <a:p>
          <a:endParaRPr lang="en-US"/>
        </a:p>
      </dgm:t>
    </dgm:pt>
    <dgm:pt modelId="{BABFB6E6-27DA-4E70-9C1D-A5467602CD0F}" type="sibTrans" cxnId="{C5838871-2421-4E27-8088-AAE0D9626C39}">
      <dgm:prSet/>
      <dgm:spPr/>
      <dgm:t>
        <a:bodyPr/>
        <a:lstStyle/>
        <a:p>
          <a:endParaRPr lang="en-US"/>
        </a:p>
      </dgm:t>
    </dgm:pt>
    <dgm:pt modelId="{A0834A67-FA60-4CD2-8172-27C59A1F5BAF}">
      <dgm:prSet/>
      <dgm:spPr/>
      <dgm:t>
        <a:bodyPr/>
        <a:lstStyle/>
        <a:p>
          <a:r>
            <a:rPr lang="en-US"/>
            <a:t>• Integration of forecasting &amp; PDF generation required extra debugging</a:t>
          </a:r>
        </a:p>
      </dgm:t>
    </dgm:pt>
    <dgm:pt modelId="{6AF1BD15-2BEC-47A0-960C-E89D98DCB600}" type="parTrans" cxnId="{90AD9BA0-831B-4E60-A395-C3496B5FDBE1}">
      <dgm:prSet/>
      <dgm:spPr/>
      <dgm:t>
        <a:bodyPr/>
        <a:lstStyle/>
        <a:p>
          <a:endParaRPr lang="en-US"/>
        </a:p>
      </dgm:t>
    </dgm:pt>
    <dgm:pt modelId="{41B25CA4-5A57-445F-AD8C-6414E9D6F0DD}" type="sibTrans" cxnId="{90AD9BA0-831B-4E60-A395-C3496B5FDBE1}">
      <dgm:prSet/>
      <dgm:spPr/>
      <dgm:t>
        <a:bodyPr/>
        <a:lstStyle/>
        <a:p>
          <a:endParaRPr lang="en-US"/>
        </a:p>
      </dgm:t>
    </dgm:pt>
    <dgm:pt modelId="{22F7BF9A-A34E-405A-BFF1-45FB466437A0}">
      <dgm:prSet/>
      <dgm:spPr/>
      <dgm:t>
        <a:bodyPr/>
        <a:lstStyle/>
        <a:p>
          <a:r>
            <a:rPr lang="en-US"/>
            <a:t>• Agile velocity inconsistent in early sprints</a:t>
          </a:r>
        </a:p>
      </dgm:t>
    </dgm:pt>
    <dgm:pt modelId="{178FC453-332F-402D-9F9C-2A239FAD0C08}" type="parTrans" cxnId="{1B9064D1-D713-43B9-A510-2608FA923211}">
      <dgm:prSet/>
      <dgm:spPr/>
      <dgm:t>
        <a:bodyPr/>
        <a:lstStyle/>
        <a:p>
          <a:endParaRPr lang="en-US"/>
        </a:p>
      </dgm:t>
    </dgm:pt>
    <dgm:pt modelId="{672503A5-D128-4B44-A1E6-ECA0E9DA2B1D}" type="sibTrans" cxnId="{1B9064D1-D713-43B9-A510-2608FA923211}">
      <dgm:prSet/>
      <dgm:spPr/>
      <dgm:t>
        <a:bodyPr/>
        <a:lstStyle/>
        <a:p>
          <a:endParaRPr lang="en-US"/>
        </a:p>
      </dgm:t>
    </dgm:pt>
    <dgm:pt modelId="{776AEDFF-2125-445B-B77C-38FD374A8518}">
      <dgm:prSet/>
      <dgm:spPr/>
      <dgm:t>
        <a:bodyPr/>
        <a:lstStyle/>
        <a:p>
          <a:r>
            <a:rPr lang="en-US"/>
            <a:t>• UI/UX improvements limited by time constraints</a:t>
          </a:r>
        </a:p>
      </dgm:t>
    </dgm:pt>
    <dgm:pt modelId="{5B5F2B1E-AC65-4FA6-B410-D329B6991733}" type="parTrans" cxnId="{94AD0953-3885-4EA4-AB80-79717135FEEF}">
      <dgm:prSet/>
      <dgm:spPr/>
      <dgm:t>
        <a:bodyPr/>
        <a:lstStyle/>
        <a:p>
          <a:endParaRPr lang="en-US"/>
        </a:p>
      </dgm:t>
    </dgm:pt>
    <dgm:pt modelId="{3767E002-1F3B-46FE-B5D9-7F56DE7D3E3A}" type="sibTrans" cxnId="{94AD0953-3885-4EA4-AB80-79717135FEEF}">
      <dgm:prSet/>
      <dgm:spPr/>
      <dgm:t>
        <a:bodyPr/>
        <a:lstStyle/>
        <a:p>
          <a:endParaRPr lang="en-US"/>
        </a:p>
      </dgm:t>
    </dgm:pt>
    <dgm:pt modelId="{68C35CBC-E3AE-8B4B-AA10-CD7F4FEF65BA}" type="pres">
      <dgm:prSet presAssocID="{BC52972E-21AB-444A-BCDD-321338AE4773}" presName="diagram" presStyleCnt="0">
        <dgm:presLayoutVars>
          <dgm:dir/>
          <dgm:resizeHandles val="exact"/>
        </dgm:presLayoutVars>
      </dgm:prSet>
      <dgm:spPr/>
    </dgm:pt>
    <dgm:pt modelId="{60B80361-C4B3-3844-93E9-6D3252E44051}" type="pres">
      <dgm:prSet presAssocID="{DD72C91A-3F8E-4EB4-9CCF-E3A3CAF14351}" presName="node" presStyleLbl="node1" presStyleIdx="0" presStyleCnt="4">
        <dgm:presLayoutVars>
          <dgm:bulletEnabled val="1"/>
        </dgm:presLayoutVars>
      </dgm:prSet>
      <dgm:spPr/>
    </dgm:pt>
    <dgm:pt modelId="{98E52259-2AB4-F446-A3E3-53A6FA06FC45}" type="pres">
      <dgm:prSet presAssocID="{BABFB6E6-27DA-4E70-9C1D-A5467602CD0F}" presName="sibTrans" presStyleCnt="0"/>
      <dgm:spPr/>
    </dgm:pt>
    <dgm:pt modelId="{EAB6118B-2BC4-864D-A8E5-5A49298D4C27}" type="pres">
      <dgm:prSet presAssocID="{A0834A67-FA60-4CD2-8172-27C59A1F5BAF}" presName="node" presStyleLbl="node1" presStyleIdx="1" presStyleCnt="4">
        <dgm:presLayoutVars>
          <dgm:bulletEnabled val="1"/>
        </dgm:presLayoutVars>
      </dgm:prSet>
      <dgm:spPr/>
    </dgm:pt>
    <dgm:pt modelId="{30C94CCF-B444-A847-944C-0AE8AF0AFEBD}" type="pres">
      <dgm:prSet presAssocID="{41B25CA4-5A57-445F-AD8C-6414E9D6F0DD}" presName="sibTrans" presStyleCnt="0"/>
      <dgm:spPr/>
    </dgm:pt>
    <dgm:pt modelId="{5C7FDF9A-5212-DD46-A20E-B432187B7948}" type="pres">
      <dgm:prSet presAssocID="{22F7BF9A-A34E-405A-BFF1-45FB466437A0}" presName="node" presStyleLbl="node1" presStyleIdx="2" presStyleCnt="4">
        <dgm:presLayoutVars>
          <dgm:bulletEnabled val="1"/>
        </dgm:presLayoutVars>
      </dgm:prSet>
      <dgm:spPr/>
    </dgm:pt>
    <dgm:pt modelId="{175EDA37-895F-084C-94E5-22023C5E6E90}" type="pres">
      <dgm:prSet presAssocID="{672503A5-D128-4B44-A1E6-ECA0E9DA2B1D}" presName="sibTrans" presStyleCnt="0"/>
      <dgm:spPr/>
    </dgm:pt>
    <dgm:pt modelId="{949AFA30-864B-494C-A915-FB36E14EB558}" type="pres">
      <dgm:prSet presAssocID="{776AEDFF-2125-445B-B77C-38FD374A8518}" presName="node" presStyleLbl="node1" presStyleIdx="3" presStyleCnt="4">
        <dgm:presLayoutVars>
          <dgm:bulletEnabled val="1"/>
        </dgm:presLayoutVars>
      </dgm:prSet>
      <dgm:spPr/>
    </dgm:pt>
  </dgm:ptLst>
  <dgm:cxnLst>
    <dgm:cxn modelId="{EA5DCA1C-546E-2249-A945-8B13C8BF81DE}" type="presOf" srcId="{DD72C91A-3F8E-4EB4-9CCF-E3A3CAF14351}" destId="{60B80361-C4B3-3844-93E9-6D3252E44051}" srcOrd="0" destOrd="0" presId="urn:microsoft.com/office/officeart/2005/8/layout/default"/>
    <dgm:cxn modelId="{E8F91923-10CB-2F4C-AF0F-6D09FBFEE235}" type="presOf" srcId="{A0834A67-FA60-4CD2-8172-27C59A1F5BAF}" destId="{EAB6118B-2BC4-864D-A8E5-5A49298D4C27}" srcOrd="0" destOrd="0" presId="urn:microsoft.com/office/officeart/2005/8/layout/default"/>
    <dgm:cxn modelId="{9900AB3E-413C-3B4F-A31D-D16FEC1263F2}" type="presOf" srcId="{BC52972E-21AB-444A-BCDD-321338AE4773}" destId="{68C35CBC-E3AE-8B4B-AA10-CD7F4FEF65BA}" srcOrd="0" destOrd="0" presId="urn:microsoft.com/office/officeart/2005/8/layout/default"/>
    <dgm:cxn modelId="{94AD0953-3885-4EA4-AB80-79717135FEEF}" srcId="{BC52972E-21AB-444A-BCDD-321338AE4773}" destId="{776AEDFF-2125-445B-B77C-38FD374A8518}" srcOrd="3" destOrd="0" parTransId="{5B5F2B1E-AC65-4FA6-B410-D329B6991733}" sibTransId="{3767E002-1F3B-46FE-B5D9-7F56DE7D3E3A}"/>
    <dgm:cxn modelId="{C5838871-2421-4E27-8088-AAE0D9626C39}" srcId="{BC52972E-21AB-444A-BCDD-321338AE4773}" destId="{DD72C91A-3F8E-4EB4-9CCF-E3A3CAF14351}" srcOrd="0" destOrd="0" parTransId="{D698A4C2-DD14-4F1A-AC29-61E1FE320701}" sibTransId="{BABFB6E6-27DA-4E70-9C1D-A5467602CD0F}"/>
    <dgm:cxn modelId="{D787E48C-80E1-8646-A345-D632B234509D}" type="presOf" srcId="{22F7BF9A-A34E-405A-BFF1-45FB466437A0}" destId="{5C7FDF9A-5212-DD46-A20E-B432187B7948}" srcOrd="0" destOrd="0" presId="urn:microsoft.com/office/officeart/2005/8/layout/default"/>
    <dgm:cxn modelId="{90AD9BA0-831B-4E60-A395-C3496B5FDBE1}" srcId="{BC52972E-21AB-444A-BCDD-321338AE4773}" destId="{A0834A67-FA60-4CD2-8172-27C59A1F5BAF}" srcOrd="1" destOrd="0" parTransId="{6AF1BD15-2BEC-47A0-960C-E89D98DCB600}" sibTransId="{41B25CA4-5A57-445F-AD8C-6414E9D6F0DD}"/>
    <dgm:cxn modelId="{1B9064D1-D713-43B9-A510-2608FA923211}" srcId="{BC52972E-21AB-444A-BCDD-321338AE4773}" destId="{22F7BF9A-A34E-405A-BFF1-45FB466437A0}" srcOrd="2" destOrd="0" parTransId="{178FC453-332F-402D-9F9C-2A239FAD0C08}" sibTransId="{672503A5-D128-4B44-A1E6-ECA0E9DA2B1D}"/>
    <dgm:cxn modelId="{CECFD9E2-FAE1-B84B-9E22-32EB333C5692}" type="presOf" srcId="{776AEDFF-2125-445B-B77C-38FD374A8518}" destId="{949AFA30-864B-494C-A915-FB36E14EB558}" srcOrd="0" destOrd="0" presId="urn:microsoft.com/office/officeart/2005/8/layout/default"/>
    <dgm:cxn modelId="{AD21B2C2-09F8-C947-8239-E993DD44119D}" type="presParOf" srcId="{68C35CBC-E3AE-8B4B-AA10-CD7F4FEF65BA}" destId="{60B80361-C4B3-3844-93E9-6D3252E44051}" srcOrd="0" destOrd="0" presId="urn:microsoft.com/office/officeart/2005/8/layout/default"/>
    <dgm:cxn modelId="{87BF54A7-EB33-B64D-B6F9-D128913F45A6}" type="presParOf" srcId="{68C35CBC-E3AE-8B4B-AA10-CD7F4FEF65BA}" destId="{98E52259-2AB4-F446-A3E3-53A6FA06FC45}" srcOrd="1" destOrd="0" presId="urn:microsoft.com/office/officeart/2005/8/layout/default"/>
    <dgm:cxn modelId="{99968391-EBDD-3E41-9B29-63264105E83A}" type="presParOf" srcId="{68C35CBC-E3AE-8B4B-AA10-CD7F4FEF65BA}" destId="{EAB6118B-2BC4-864D-A8E5-5A49298D4C27}" srcOrd="2" destOrd="0" presId="urn:microsoft.com/office/officeart/2005/8/layout/default"/>
    <dgm:cxn modelId="{733AD71A-9DEB-5040-8F8E-E4DF033D2F9A}" type="presParOf" srcId="{68C35CBC-E3AE-8B4B-AA10-CD7F4FEF65BA}" destId="{30C94CCF-B444-A847-944C-0AE8AF0AFEBD}" srcOrd="3" destOrd="0" presId="urn:microsoft.com/office/officeart/2005/8/layout/default"/>
    <dgm:cxn modelId="{BCA28F66-F23A-5142-A306-CFF5D23E6BAF}" type="presParOf" srcId="{68C35CBC-E3AE-8B4B-AA10-CD7F4FEF65BA}" destId="{5C7FDF9A-5212-DD46-A20E-B432187B7948}" srcOrd="4" destOrd="0" presId="urn:microsoft.com/office/officeart/2005/8/layout/default"/>
    <dgm:cxn modelId="{5D8244C6-09BE-594B-AF2B-3866955769D9}" type="presParOf" srcId="{68C35CBC-E3AE-8B4B-AA10-CD7F4FEF65BA}" destId="{175EDA37-895F-084C-94E5-22023C5E6E90}" srcOrd="5" destOrd="0" presId="urn:microsoft.com/office/officeart/2005/8/layout/default"/>
    <dgm:cxn modelId="{1AE3E3DF-C114-B449-BDAC-092DAC614B92}" type="presParOf" srcId="{68C35CBC-E3AE-8B4B-AA10-CD7F4FEF65BA}" destId="{949AFA30-864B-494C-A915-FB36E14EB558}" srcOrd="6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54C87E79-1A35-4A5C-BB66-5B4DEDD978CF}" type="doc">
      <dgm:prSet loTypeId="urn:microsoft.com/office/officeart/2018/5/layout/IconCircleLabelList" loCatId="icon" qsTypeId="urn:microsoft.com/office/officeart/2005/8/quickstyle/simple1" qsCatId="simple" csTypeId="urn:microsoft.com/office/officeart/2018/5/colors/Iconchunking_neutralicon_colorful1" csCatId="colorful" phldr="1"/>
      <dgm:spPr/>
      <dgm:t>
        <a:bodyPr/>
        <a:lstStyle/>
        <a:p>
          <a:endParaRPr lang="en-US"/>
        </a:p>
      </dgm:t>
    </dgm:pt>
    <dgm:pt modelId="{65C36A88-7976-4754-A417-92A3F59A7E85}">
      <dgm:prSet/>
      <dgm:spPr/>
      <dgm:t>
        <a:bodyPr/>
        <a:lstStyle/>
        <a:p>
          <a:pPr>
            <a:defRPr cap="all"/>
          </a:pPr>
          <a:r>
            <a:rPr lang="en-US"/>
            <a:t>• Importance of clear communication in distributed teams</a:t>
          </a:r>
        </a:p>
      </dgm:t>
    </dgm:pt>
    <dgm:pt modelId="{83104516-37DA-4BDC-A704-C11FAEF48ADB}" type="parTrans" cxnId="{6081F405-19B6-4108-A7A5-B4802391DC8D}">
      <dgm:prSet/>
      <dgm:spPr/>
      <dgm:t>
        <a:bodyPr/>
        <a:lstStyle/>
        <a:p>
          <a:endParaRPr lang="en-US"/>
        </a:p>
      </dgm:t>
    </dgm:pt>
    <dgm:pt modelId="{48C9F8E6-5D9F-4B08-A968-FBC2E55A9A9E}" type="sibTrans" cxnId="{6081F405-19B6-4108-A7A5-B4802391DC8D}">
      <dgm:prSet/>
      <dgm:spPr/>
      <dgm:t>
        <a:bodyPr/>
        <a:lstStyle/>
        <a:p>
          <a:endParaRPr lang="en-US"/>
        </a:p>
      </dgm:t>
    </dgm:pt>
    <dgm:pt modelId="{3B51691E-CABA-4CD1-99DA-A15890232DDA}">
      <dgm:prSet/>
      <dgm:spPr/>
      <dgm:t>
        <a:bodyPr/>
        <a:lstStyle/>
        <a:p>
          <a:pPr>
            <a:defRPr cap="all"/>
          </a:pPr>
          <a:r>
            <a:rPr lang="en-US"/>
            <a:t>• Breaking user stories into smaller tasks stabilizes sprint velocity</a:t>
          </a:r>
        </a:p>
      </dgm:t>
    </dgm:pt>
    <dgm:pt modelId="{2561EB99-775D-48CA-BBF6-DF2735C0B575}" type="parTrans" cxnId="{357D1541-412B-4A09-9D88-BCCA65F04091}">
      <dgm:prSet/>
      <dgm:spPr/>
      <dgm:t>
        <a:bodyPr/>
        <a:lstStyle/>
        <a:p>
          <a:endParaRPr lang="en-US"/>
        </a:p>
      </dgm:t>
    </dgm:pt>
    <dgm:pt modelId="{392E1862-33EF-4398-8AFA-66D73041C681}" type="sibTrans" cxnId="{357D1541-412B-4A09-9D88-BCCA65F04091}">
      <dgm:prSet/>
      <dgm:spPr/>
      <dgm:t>
        <a:bodyPr/>
        <a:lstStyle/>
        <a:p>
          <a:endParaRPr lang="en-US"/>
        </a:p>
      </dgm:t>
    </dgm:pt>
    <dgm:pt modelId="{9365B338-1595-41CF-9789-AA30F9E16C66}">
      <dgm:prSet/>
      <dgm:spPr/>
      <dgm:t>
        <a:bodyPr/>
        <a:lstStyle/>
        <a:p>
          <a:pPr>
            <a:defRPr cap="all"/>
          </a:pPr>
          <a:r>
            <a:rPr lang="en-US"/>
            <a:t>• Early testing prevents critical roadblocks later</a:t>
          </a:r>
        </a:p>
      </dgm:t>
    </dgm:pt>
    <dgm:pt modelId="{7C38A267-10CA-4F57-8FA1-ABC66BC33FF9}" type="parTrans" cxnId="{4FBDCEE4-AB84-4248-B3F5-F30F7255CD2D}">
      <dgm:prSet/>
      <dgm:spPr/>
      <dgm:t>
        <a:bodyPr/>
        <a:lstStyle/>
        <a:p>
          <a:endParaRPr lang="en-US"/>
        </a:p>
      </dgm:t>
    </dgm:pt>
    <dgm:pt modelId="{CCBAE206-F3C8-4201-8CE0-6D898EA3FC82}" type="sibTrans" cxnId="{4FBDCEE4-AB84-4248-B3F5-F30F7255CD2D}">
      <dgm:prSet/>
      <dgm:spPr/>
      <dgm:t>
        <a:bodyPr/>
        <a:lstStyle/>
        <a:p>
          <a:endParaRPr lang="en-US"/>
        </a:p>
      </dgm:t>
    </dgm:pt>
    <dgm:pt modelId="{FEAE7336-F632-402D-B87C-EE6E3DC86484}">
      <dgm:prSet/>
      <dgm:spPr/>
      <dgm:t>
        <a:bodyPr/>
        <a:lstStyle/>
        <a:p>
          <a:pPr>
            <a:defRPr cap="all"/>
          </a:pPr>
          <a:r>
            <a:rPr lang="en-US"/>
            <a:t>• Designing for API failure increases system reliability</a:t>
          </a:r>
        </a:p>
      </dgm:t>
    </dgm:pt>
    <dgm:pt modelId="{20369CF2-C134-4A5B-84A3-278022C5CEBA}" type="parTrans" cxnId="{766A99A4-75C2-4C32-97ED-D8CBE606588D}">
      <dgm:prSet/>
      <dgm:spPr/>
      <dgm:t>
        <a:bodyPr/>
        <a:lstStyle/>
        <a:p>
          <a:endParaRPr lang="en-US"/>
        </a:p>
      </dgm:t>
    </dgm:pt>
    <dgm:pt modelId="{F5CE2FEB-4EA5-4A70-8234-5BC7D0358030}" type="sibTrans" cxnId="{766A99A4-75C2-4C32-97ED-D8CBE606588D}">
      <dgm:prSet/>
      <dgm:spPr/>
      <dgm:t>
        <a:bodyPr/>
        <a:lstStyle/>
        <a:p>
          <a:endParaRPr lang="en-US"/>
        </a:p>
      </dgm:t>
    </dgm:pt>
    <dgm:pt modelId="{647113E1-E30F-4E14-B512-1D89F515D504}" type="pres">
      <dgm:prSet presAssocID="{54C87E79-1A35-4A5C-BB66-5B4DEDD978CF}" presName="root" presStyleCnt="0">
        <dgm:presLayoutVars>
          <dgm:dir/>
          <dgm:resizeHandles val="exact"/>
        </dgm:presLayoutVars>
      </dgm:prSet>
      <dgm:spPr/>
    </dgm:pt>
    <dgm:pt modelId="{DACA2C18-D9FB-408E-9BB4-DC5E7CA678E2}" type="pres">
      <dgm:prSet presAssocID="{65C36A88-7976-4754-A417-92A3F59A7E85}" presName="compNode" presStyleCnt="0"/>
      <dgm:spPr/>
    </dgm:pt>
    <dgm:pt modelId="{A5230F16-D3E9-4247-9C72-6F128DC4B933}" type="pres">
      <dgm:prSet presAssocID="{65C36A88-7976-4754-A417-92A3F59A7E85}" presName="iconBgRect" presStyleLbl="bgShp" presStyleIdx="0" presStyleCnt="4"/>
      <dgm:spPr/>
    </dgm:pt>
    <dgm:pt modelId="{C2CF6F1F-67F1-4513-84EF-AA6B4B8A3E24}" type="pres">
      <dgm:prSet presAssocID="{65C36A88-7976-4754-A417-92A3F59A7E85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at"/>
        </a:ext>
      </dgm:extLst>
    </dgm:pt>
    <dgm:pt modelId="{E0DDA639-BC0C-45E7-9DA8-94906C542263}" type="pres">
      <dgm:prSet presAssocID="{65C36A88-7976-4754-A417-92A3F59A7E85}" presName="spaceRect" presStyleCnt="0"/>
      <dgm:spPr/>
    </dgm:pt>
    <dgm:pt modelId="{B7E62AA2-FDAB-439F-BD41-7E2D0B809DFE}" type="pres">
      <dgm:prSet presAssocID="{65C36A88-7976-4754-A417-92A3F59A7E85}" presName="textRect" presStyleLbl="revTx" presStyleIdx="0" presStyleCnt="4">
        <dgm:presLayoutVars>
          <dgm:chMax val="1"/>
          <dgm:chPref val="1"/>
        </dgm:presLayoutVars>
      </dgm:prSet>
      <dgm:spPr/>
    </dgm:pt>
    <dgm:pt modelId="{E89C9501-F232-4AC5-BD1A-670907D33D22}" type="pres">
      <dgm:prSet presAssocID="{48C9F8E6-5D9F-4B08-A968-FBC2E55A9A9E}" presName="sibTrans" presStyleCnt="0"/>
      <dgm:spPr/>
    </dgm:pt>
    <dgm:pt modelId="{0ADABD0E-7F9C-4C77-9A76-9A140EC23642}" type="pres">
      <dgm:prSet presAssocID="{3B51691E-CABA-4CD1-99DA-A15890232DDA}" presName="compNode" presStyleCnt="0"/>
      <dgm:spPr/>
    </dgm:pt>
    <dgm:pt modelId="{B9B991CC-AEA9-47DD-8059-094F6A09AC77}" type="pres">
      <dgm:prSet presAssocID="{3B51691E-CABA-4CD1-99DA-A15890232DDA}" presName="iconBgRect" presStyleLbl="bgShp" presStyleIdx="1" presStyleCnt="4"/>
      <dgm:spPr/>
    </dgm:pt>
    <dgm:pt modelId="{95321F89-418F-465E-BBD2-AED3FEC0B881}" type="pres">
      <dgm:prSet presAssocID="{3B51691E-CABA-4CD1-99DA-A15890232DDA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Run"/>
        </a:ext>
      </dgm:extLst>
    </dgm:pt>
    <dgm:pt modelId="{F0CC8C33-AC80-4FAD-A400-8484E76E2C93}" type="pres">
      <dgm:prSet presAssocID="{3B51691E-CABA-4CD1-99DA-A15890232DDA}" presName="spaceRect" presStyleCnt="0"/>
      <dgm:spPr/>
    </dgm:pt>
    <dgm:pt modelId="{CD3F4C40-7A15-4E09-A166-BB688A82D83D}" type="pres">
      <dgm:prSet presAssocID="{3B51691E-CABA-4CD1-99DA-A15890232DDA}" presName="textRect" presStyleLbl="revTx" presStyleIdx="1" presStyleCnt="4">
        <dgm:presLayoutVars>
          <dgm:chMax val="1"/>
          <dgm:chPref val="1"/>
        </dgm:presLayoutVars>
      </dgm:prSet>
      <dgm:spPr/>
    </dgm:pt>
    <dgm:pt modelId="{E3733E8F-EE19-498D-978D-36D758B327DB}" type="pres">
      <dgm:prSet presAssocID="{392E1862-33EF-4398-8AFA-66D73041C681}" presName="sibTrans" presStyleCnt="0"/>
      <dgm:spPr/>
    </dgm:pt>
    <dgm:pt modelId="{8845C51C-551E-4355-A4F0-52E504715D0E}" type="pres">
      <dgm:prSet presAssocID="{9365B338-1595-41CF-9789-AA30F9E16C66}" presName="compNode" presStyleCnt="0"/>
      <dgm:spPr/>
    </dgm:pt>
    <dgm:pt modelId="{13272B15-44CD-45F1-B10B-7253D9139B43}" type="pres">
      <dgm:prSet presAssocID="{9365B338-1595-41CF-9789-AA30F9E16C66}" presName="iconBgRect" presStyleLbl="bgShp" presStyleIdx="2" presStyleCnt="4"/>
      <dgm:spPr/>
    </dgm:pt>
    <dgm:pt modelId="{A724169E-C760-4C72-862A-AEFD207D3E02}" type="pres">
      <dgm:prSet presAssocID="{9365B338-1595-41CF-9789-AA30F9E16C66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Warning"/>
        </a:ext>
      </dgm:extLst>
    </dgm:pt>
    <dgm:pt modelId="{1582F4E0-2291-4F15-B186-E07DFA922DDF}" type="pres">
      <dgm:prSet presAssocID="{9365B338-1595-41CF-9789-AA30F9E16C66}" presName="spaceRect" presStyleCnt="0"/>
      <dgm:spPr/>
    </dgm:pt>
    <dgm:pt modelId="{ED668487-7F1C-4AE0-AE6A-098BD1DEA573}" type="pres">
      <dgm:prSet presAssocID="{9365B338-1595-41CF-9789-AA30F9E16C66}" presName="textRect" presStyleLbl="revTx" presStyleIdx="2" presStyleCnt="4">
        <dgm:presLayoutVars>
          <dgm:chMax val="1"/>
          <dgm:chPref val="1"/>
        </dgm:presLayoutVars>
      </dgm:prSet>
      <dgm:spPr/>
    </dgm:pt>
    <dgm:pt modelId="{1EE354DC-27E6-4065-9B31-94A1DD5BD117}" type="pres">
      <dgm:prSet presAssocID="{CCBAE206-F3C8-4201-8CE0-6D898EA3FC82}" presName="sibTrans" presStyleCnt="0"/>
      <dgm:spPr/>
    </dgm:pt>
    <dgm:pt modelId="{E81C56DC-6FC5-4669-AB89-F4F24E349621}" type="pres">
      <dgm:prSet presAssocID="{FEAE7336-F632-402D-B87C-EE6E3DC86484}" presName="compNode" presStyleCnt="0"/>
      <dgm:spPr/>
    </dgm:pt>
    <dgm:pt modelId="{E08D779B-CBFC-49E0-9922-51E9B97E4E61}" type="pres">
      <dgm:prSet presAssocID="{FEAE7336-F632-402D-B87C-EE6E3DC86484}" presName="iconBgRect" presStyleLbl="bgShp" presStyleIdx="3" presStyleCnt="4"/>
      <dgm:spPr/>
    </dgm:pt>
    <dgm:pt modelId="{5540FCB8-C8B0-46DE-B94C-B2430C163AD6}" type="pres">
      <dgm:prSet presAssocID="{FEAE7336-F632-402D-B87C-EE6E3DC86484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Gears"/>
        </a:ext>
      </dgm:extLst>
    </dgm:pt>
    <dgm:pt modelId="{19B6EE30-A10F-4D11-9B1B-E07F1BB1A4E0}" type="pres">
      <dgm:prSet presAssocID="{FEAE7336-F632-402D-B87C-EE6E3DC86484}" presName="spaceRect" presStyleCnt="0"/>
      <dgm:spPr/>
    </dgm:pt>
    <dgm:pt modelId="{40D579A4-5589-4B79-A1CE-F85AE113B0AA}" type="pres">
      <dgm:prSet presAssocID="{FEAE7336-F632-402D-B87C-EE6E3DC86484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6081F405-19B6-4108-A7A5-B4802391DC8D}" srcId="{54C87E79-1A35-4A5C-BB66-5B4DEDD978CF}" destId="{65C36A88-7976-4754-A417-92A3F59A7E85}" srcOrd="0" destOrd="0" parTransId="{83104516-37DA-4BDC-A704-C11FAEF48ADB}" sibTransId="{48C9F8E6-5D9F-4B08-A968-FBC2E55A9A9E}"/>
    <dgm:cxn modelId="{1634D408-DC4E-4B95-97D9-39ECCFA889AA}" type="presOf" srcId="{FEAE7336-F632-402D-B87C-EE6E3DC86484}" destId="{40D579A4-5589-4B79-A1CE-F85AE113B0AA}" srcOrd="0" destOrd="0" presId="urn:microsoft.com/office/officeart/2018/5/layout/IconCircleLabelList"/>
    <dgm:cxn modelId="{330D690E-0959-4F42-91D6-F7C857CF2F3D}" type="presOf" srcId="{54C87E79-1A35-4A5C-BB66-5B4DEDD978CF}" destId="{647113E1-E30F-4E14-B512-1D89F515D504}" srcOrd="0" destOrd="0" presId="urn:microsoft.com/office/officeart/2018/5/layout/IconCircleLabelList"/>
    <dgm:cxn modelId="{FBAF841E-2532-475F-9977-41740019DEFB}" type="presOf" srcId="{3B51691E-CABA-4CD1-99DA-A15890232DDA}" destId="{CD3F4C40-7A15-4E09-A166-BB688A82D83D}" srcOrd="0" destOrd="0" presId="urn:microsoft.com/office/officeart/2018/5/layout/IconCircleLabelList"/>
    <dgm:cxn modelId="{357D1541-412B-4A09-9D88-BCCA65F04091}" srcId="{54C87E79-1A35-4A5C-BB66-5B4DEDD978CF}" destId="{3B51691E-CABA-4CD1-99DA-A15890232DDA}" srcOrd="1" destOrd="0" parTransId="{2561EB99-775D-48CA-BBF6-DF2735C0B575}" sibTransId="{392E1862-33EF-4398-8AFA-66D73041C681}"/>
    <dgm:cxn modelId="{766A99A4-75C2-4C32-97ED-D8CBE606588D}" srcId="{54C87E79-1A35-4A5C-BB66-5B4DEDD978CF}" destId="{FEAE7336-F632-402D-B87C-EE6E3DC86484}" srcOrd="3" destOrd="0" parTransId="{20369CF2-C134-4A5B-84A3-278022C5CEBA}" sibTransId="{F5CE2FEB-4EA5-4A70-8234-5BC7D0358030}"/>
    <dgm:cxn modelId="{0051A5B2-7FE8-448A-AE07-FC1A93DA857D}" type="presOf" srcId="{9365B338-1595-41CF-9789-AA30F9E16C66}" destId="{ED668487-7F1C-4AE0-AE6A-098BD1DEA573}" srcOrd="0" destOrd="0" presId="urn:microsoft.com/office/officeart/2018/5/layout/IconCircleLabelList"/>
    <dgm:cxn modelId="{A01336CC-80A8-42D4-801C-70BD363556E5}" type="presOf" srcId="{65C36A88-7976-4754-A417-92A3F59A7E85}" destId="{B7E62AA2-FDAB-439F-BD41-7E2D0B809DFE}" srcOrd="0" destOrd="0" presId="urn:microsoft.com/office/officeart/2018/5/layout/IconCircleLabelList"/>
    <dgm:cxn modelId="{4FBDCEE4-AB84-4248-B3F5-F30F7255CD2D}" srcId="{54C87E79-1A35-4A5C-BB66-5B4DEDD978CF}" destId="{9365B338-1595-41CF-9789-AA30F9E16C66}" srcOrd="2" destOrd="0" parTransId="{7C38A267-10CA-4F57-8FA1-ABC66BC33FF9}" sibTransId="{CCBAE206-F3C8-4201-8CE0-6D898EA3FC82}"/>
    <dgm:cxn modelId="{D4B2E665-FF6F-4D9E-BF36-B02CDB5AF9FA}" type="presParOf" srcId="{647113E1-E30F-4E14-B512-1D89F515D504}" destId="{DACA2C18-D9FB-408E-9BB4-DC5E7CA678E2}" srcOrd="0" destOrd="0" presId="urn:microsoft.com/office/officeart/2018/5/layout/IconCircleLabelList"/>
    <dgm:cxn modelId="{99F912D6-2032-4406-9E97-D2A13F42D78F}" type="presParOf" srcId="{DACA2C18-D9FB-408E-9BB4-DC5E7CA678E2}" destId="{A5230F16-D3E9-4247-9C72-6F128DC4B933}" srcOrd="0" destOrd="0" presId="urn:microsoft.com/office/officeart/2018/5/layout/IconCircleLabelList"/>
    <dgm:cxn modelId="{C5901E26-2BB6-498C-AFA6-41A3F5D29CC0}" type="presParOf" srcId="{DACA2C18-D9FB-408E-9BB4-DC5E7CA678E2}" destId="{C2CF6F1F-67F1-4513-84EF-AA6B4B8A3E24}" srcOrd="1" destOrd="0" presId="urn:microsoft.com/office/officeart/2018/5/layout/IconCircleLabelList"/>
    <dgm:cxn modelId="{5FA5A22C-80A2-48D1-B666-EB7615249E0D}" type="presParOf" srcId="{DACA2C18-D9FB-408E-9BB4-DC5E7CA678E2}" destId="{E0DDA639-BC0C-45E7-9DA8-94906C542263}" srcOrd="2" destOrd="0" presId="urn:microsoft.com/office/officeart/2018/5/layout/IconCircleLabelList"/>
    <dgm:cxn modelId="{BB0847BE-200D-49E6-B074-75B30C850A39}" type="presParOf" srcId="{DACA2C18-D9FB-408E-9BB4-DC5E7CA678E2}" destId="{B7E62AA2-FDAB-439F-BD41-7E2D0B809DFE}" srcOrd="3" destOrd="0" presId="urn:microsoft.com/office/officeart/2018/5/layout/IconCircleLabelList"/>
    <dgm:cxn modelId="{B2FB0FC4-92C1-4A55-BCD8-8CB11B59C619}" type="presParOf" srcId="{647113E1-E30F-4E14-B512-1D89F515D504}" destId="{E89C9501-F232-4AC5-BD1A-670907D33D22}" srcOrd="1" destOrd="0" presId="urn:microsoft.com/office/officeart/2018/5/layout/IconCircleLabelList"/>
    <dgm:cxn modelId="{C3C1909E-8194-480F-AD48-52D9D8785210}" type="presParOf" srcId="{647113E1-E30F-4E14-B512-1D89F515D504}" destId="{0ADABD0E-7F9C-4C77-9A76-9A140EC23642}" srcOrd="2" destOrd="0" presId="urn:microsoft.com/office/officeart/2018/5/layout/IconCircleLabelList"/>
    <dgm:cxn modelId="{09F71491-04A8-4A3B-B435-F5C1BCCDE3CE}" type="presParOf" srcId="{0ADABD0E-7F9C-4C77-9A76-9A140EC23642}" destId="{B9B991CC-AEA9-47DD-8059-094F6A09AC77}" srcOrd="0" destOrd="0" presId="urn:microsoft.com/office/officeart/2018/5/layout/IconCircleLabelList"/>
    <dgm:cxn modelId="{B3AD1683-49E7-4EDC-88EC-7E7D92541610}" type="presParOf" srcId="{0ADABD0E-7F9C-4C77-9A76-9A140EC23642}" destId="{95321F89-418F-465E-BBD2-AED3FEC0B881}" srcOrd="1" destOrd="0" presId="urn:microsoft.com/office/officeart/2018/5/layout/IconCircleLabelList"/>
    <dgm:cxn modelId="{1FDB95CC-18F9-4A4D-8819-019C5856C3C3}" type="presParOf" srcId="{0ADABD0E-7F9C-4C77-9A76-9A140EC23642}" destId="{F0CC8C33-AC80-4FAD-A400-8484E76E2C93}" srcOrd="2" destOrd="0" presId="urn:microsoft.com/office/officeart/2018/5/layout/IconCircleLabelList"/>
    <dgm:cxn modelId="{3F42EAA2-E964-4350-8D99-0CBE45637308}" type="presParOf" srcId="{0ADABD0E-7F9C-4C77-9A76-9A140EC23642}" destId="{CD3F4C40-7A15-4E09-A166-BB688A82D83D}" srcOrd="3" destOrd="0" presId="urn:microsoft.com/office/officeart/2018/5/layout/IconCircleLabelList"/>
    <dgm:cxn modelId="{D8BAC63D-1CB8-498C-9FCC-0EB32CBE1719}" type="presParOf" srcId="{647113E1-E30F-4E14-B512-1D89F515D504}" destId="{E3733E8F-EE19-498D-978D-36D758B327DB}" srcOrd="3" destOrd="0" presId="urn:microsoft.com/office/officeart/2018/5/layout/IconCircleLabelList"/>
    <dgm:cxn modelId="{8D94455E-4FE7-408B-92E9-824A54684562}" type="presParOf" srcId="{647113E1-E30F-4E14-B512-1D89F515D504}" destId="{8845C51C-551E-4355-A4F0-52E504715D0E}" srcOrd="4" destOrd="0" presId="urn:microsoft.com/office/officeart/2018/5/layout/IconCircleLabelList"/>
    <dgm:cxn modelId="{18124D87-C052-4688-80EF-30AF5DC4328D}" type="presParOf" srcId="{8845C51C-551E-4355-A4F0-52E504715D0E}" destId="{13272B15-44CD-45F1-B10B-7253D9139B43}" srcOrd="0" destOrd="0" presId="urn:microsoft.com/office/officeart/2018/5/layout/IconCircleLabelList"/>
    <dgm:cxn modelId="{0282892F-DFF0-4812-9D8D-63ABC0A228CC}" type="presParOf" srcId="{8845C51C-551E-4355-A4F0-52E504715D0E}" destId="{A724169E-C760-4C72-862A-AEFD207D3E02}" srcOrd="1" destOrd="0" presId="urn:microsoft.com/office/officeart/2018/5/layout/IconCircleLabelList"/>
    <dgm:cxn modelId="{6CA7A0D4-0644-4F7F-AAE9-F634873509D2}" type="presParOf" srcId="{8845C51C-551E-4355-A4F0-52E504715D0E}" destId="{1582F4E0-2291-4F15-B186-E07DFA922DDF}" srcOrd="2" destOrd="0" presId="urn:microsoft.com/office/officeart/2018/5/layout/IconCircleLabelList"/>
    <dgm:cxn modelId="{35E870E9-E223-4B4A-BC1F-7A8457FC0B11}" type="presParOf" srcId="{8845C51C-551E-4355-A4F0-52E504715D0E}" destId="{ED668487-7F1C-4AE0-AE6A-098BD1DEA573}" srcOrd="3" destOrd="0" presId="urn:microsoft.com/office/officeart/2018/5/layout/IconCircleLabelList"/>
    <dgm:cxn modelId="{150E6FC4-CD07-4BFB-85B9-F82E4D2465AE}" type="presParOf" srcId="{647113E1-E30F-4E14-B512-1D89F515D504}" destId="{1EE354DC-27E6-4065-9B31-94A1DD5BD117}" srcOrd="5" destOrd="0" presId="urn:microsoft.com/office/officeart/2018/5/layout/IconCircleLabelList"/>
    <dgm:cxn modelId="{233B0B16-64C7-4624-9843-A49FF6134EE4}" type="presParOf" srcId="{647113E1-E30F-4E14-B512-1D89F515D504}" destId="{E81C56DC-6FC5-4669-AB89-F4F24E349621}" srcOrd="6" destOrd="0" presId="urn:microsoft.com/office/officeart/2018/5/layout/IconCircleLabelList"/>
    <dgm:cxn modelId="{BFD13DF3-4E21-42BE-AB5F-39ACD8758645}" type="presParOf" srcId="{E81C56DC-6FC5-4669-AB89-F4F24E349621}" destId="{E08D779B-CBFC-49E0-9922-51E9B97E4E61}" srcOrd="0" destOrd="0" presId="urn:microsoft.com/office/officeart/2018/5/layout/IconCircleLabelList"/>
    <dgm:cxn modelId="{E8EBBC23-D444-4323-8A61-D4E4DA852AB8}" type="presParOf" srcId="{E81C56DC-6FC5-4669-AB89-F4F24E349621}" destId="{5540FCB8-C8B0-46DE-B94C-B2430C163AD6}" srcOrd="1" destOrd="0" presId="urn:microsoft.com/office/officeart/2018/5/layout/IconCircleLabelList"/>
    <dgm:cxn modelId="{DD02C916-61AF-4FD3-8091-C94D9CEC62B7}" type="presParOf" srcId="{E81C56DC-6FC5-4669-AB89-F4F24E349621}" destId="{19B6EE30-A10F-4D11-9B1B-E07F1BB1A4E0}" srcOrd="2" destOrd="0" presId="urn:microsoft.com/office/officeart/2018/5/layout/IconCircleLabelList"/>
    <dgm:cxn modelId="{6D3E11D6-AF37-45B3-821A-F148B10BA990}" type="presParOf" srcId="{E81C56DC-6FC5-4669-AB89-F4F24E349621}" destId="{40D579A4-5589-4B79-A1CE-F85AE113B0AA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4B67740-8FCA-784D-B57E-1A4F10F64BC1}">
      <dsp:nvSpPr>
        <dsp:cNvPr id="0" name=""/>
        <dsp:cNvSpPr/>
      </dsp:nvSpPr>
      <dsp:spPr>
        <a:xfrm>
          <a:off x="1843202" y="321865"/>
          <a:ext cx="248141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248141" y="45720"/>
              </a:lnTo>
            </a:path>
          </a:pathLst>
        </a:custGeom>
        <a:noFill/>
        <a:ln w="9525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1960304" y="366190"/>
        <a:ext cx="13937" cy="2790"/>
      </dsp:txXfrm>
    </dsp:sp>
    <dsp:sp modelId="{D6BC403C-48A9-E741-8D4C-2CE49EE0AB31}">
      <dsp:nvSpPr>
        <dsp:cNvPr id="0" name=""/>
        <dsp:cNvSpPr/>
      </dsp:nvSpPr>
      <dsp:spPr>
        <a:xfrm>
          <a:off x="633084" y="4010"/>
          <a:ext cx="1211918" cy="727151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9385" tIns="62335" rIns="59385" bIns="62335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200" kern="1200"/>
            <a:t>Project Scope: Flask-based MVC web application for financial management.</a:t>
          </a:r>
        </a:p>
      </dsp:txBody>
      <dsp:txXfrm>
        <a:off x="633084" y="4010"/>
        <a:ext cx="1211918" cy="727151"/>
      </dsp:txXfrm>
    </dsp:sp>
    <dsp:sp modelId="{8BD04E13-E104-6C4E-81BC-3474B91D14C9}">
      <dsp:nvSpPr>
        <dsp:cNvPr id="0" name=""/>
        <dsp:cNvSpPr/>
      </dsp:nvSpPr>
      <dsp:spPr>
        <a:xfrm>
          <a:off x="1239043" y="729361"/>
          <a:ext cx="1490659" cy="248141"/>
        </a:xfrm>
        <a:custGeom>
          <a:avLst/>
          <a:gdLst/>
          <a:ahLst/>
          <a:cxnLst/>
          <a:rect l="0" t="0" r="0" b="0"/>
          <a:pathLst>
            <a:path>
              <a:moveTo>
                <a:pt x="1490659" y="0"/>
              </a:moveTo>
              <a:lnTo>
                <a:pt x="1490659" y="141170"/>
              </a:lnTo>
              <a:lnTo>
                <a:pt x="0" y="141170"/>
              </a:lnTo>
              <a:lnTo>
                <a:pt x="0" y="248141"/>
              </a:lnTo>
            </a:path>
          </a:pathLst>
        </a:custGeom>
        <a:noFill/>
        <a:ln w="9525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1946461" y="852036"/>
        <a:ext cx="75824" cy="2790"/>
      </dsp:txXfrm>
    </dsp:sp>
    <dsp:sp modelId="{6BC8CC8A-035D-F04A-A014-37333DC4F167}">
      <dsp:nvSpPr>
        <dsp:cNvPr id="0" name=""/>
        <dsp:cNvSpPr/>
      </dsp:nvSpPr>
      <dsp:spPr>
        <a:xfrm>
          <a:off x="2123744" y="4010"/>
          <a:ext cx="1211918" cy="727151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9385" tIns="62335" rIns="59385" bIns="62335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200" kern="1200"/>
            <a:t>Core Value Proposition:</a:t>
          </a:r>
        </a:p>
      </dsp:txBody>
      <dsp:txXfrm>
        <a:off x="2123744" y="4010"/>
        <a:ext cx="1211918" cy="727151"/>
      </dsp:txXfrm>
    </dsp:sp>
    <dsp:sp modelId="{0639B7FA-FED0-1B47-9886-D7125B7C0F6F}">
      <dsp:nvSpPr>
        <dsp:cNvPr id="0" name=""/>
        <dsp:cNvSpPr/>
      </dsp:nvSpPr>
      <dsp:spPr>
        <a:xfrm>
          <a:off x="1843202" y="1327758"/>
          <a:ext cx="248141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248141" y="45720"/>
              </a:lnTo>
            </a:path>
          </a:pathLst>
        </a:custGeom>
        <a:noFill/>
        <a:ln w="9525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1960304" y="1372083"/>
        <a:ext cx="13937" cy="2790"/>
      </dsp:txXfrm>
    </dsp:sp>
    <dsp:sp modelId="{EAF1BE2E-3CBC-3142-AEF4-22448AD01573}">
      <dsp:nvSpPr>
        <dsp:cNvPr id="0" name=""/>
        <dsp:cNvSpPr/>
      </dsp:nvSpPr>
      <dsp:spPr>
        <a:xfrm>
          <a:off x="633084" y="1009902"/>
          <a:ext cx="1211918" cy="727151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9385" tIns="62335" rIns="59385" bIns="62335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200" kern="1200"/>
            <a:t>- Real-time budget tracking.</a:t>
          </a:r>
        </a:p>
      </dsp:txBody>
      <dsp:txXfrm>
        <a:off x="633084" y="1009902"/>
        <a:ext cx="1211918" cy="727151"/>
      </dsp:txXfrm>
    </dsp:sp>
    <dsp:sp modelId="{185CF077-951D-1348-86E9-29ABE4EEF9EB}">
      <dsp:nvSpPr>
        <dsp:cNvPr id="0" name=""/>
        <dsp:cNvSpPr/>
      </dsp:nvSpPr>
      <dsp:spPr>
        <a:xfrm>
          <a:off x="1239043" y="1735253"/>
          <a:ext cx="1490659" cy="248141"/>
        </a:xfrm>
        <a:custGeom>
          <a:avLst/>
          <a:gdLst/>
          <a:ahLst/>
          <a:cxnLst/>
          <a:rect l="0" t="0" r="0" b="0"/>
          <a:pathLst>
            <a:path>
              <a:moveTo>
                <a:pt x="1490659" y="0"/>
              </a:moveTo>
              <a:lnTo>
                <a:pt x="1490659" y="141170"/>
              </a:lnTo>
              <a:lnTo>
                <a:pt x="0" y="141170"/>
              </a:lnTo>
              <a:lnTo>
                <a:pt x="0" y="248141"/>
              </a:lnTo>
            </a:path>
          </a:pathLst>
        </a:custGeom>
        <a:noFill/>
        <a:ln w="9525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1946461" y="1857929"/>
        <a:ext cx="75824" cy="2790"/>
      </dsp:txXfrm>
    </dsp:sp>
    <dsp:sp modelId="{005B932A-F18F-4546-ACD9-92F587F1D66E}">
      <dsp:nvSpPr>
        <dsp:cNvPr id="0" name=""/>
        <dsp:cNvSpPr/>
      </dsp:nvSpPr>
      <dsp:spPr>
        <a:xfrm>
          <a:off x="2123744" y="1009902"/>
          <a:ext cx="1211918" cy="727151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9385" tIns="62335" rIns="59385" bIns="62335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200" kern="1200"/>
            <a:t>- Multi-currency normalization (Story 13, 15).</a:t>
          </a:r>
        </a:p>
      </dsp:txBody>
      <dsp:txXfrm>
        <a:off x="2123744" y="1009902"/>
        <a:ext cx="1211918" cy="727151"/>
      </dsp:txXfrm>
    </dsp:sp>
    <dsp:sp modelId="{3C210274-2434-044F-AFA9-15E8AE9B30A4}">
      <dsp:nvSpPr>
        <dsp:cNvPr id="0" name=""/>
        <dsp:cNvSpPr/>
      </dsp:nvSpPr>
      <dsp:spPr>
        <a:xfrm>
          <a:off x="1843202" y="2333650"/>
          <a:ext cx="248141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248141" y="45720"/>
              </a:lnTo>
            </a:path>
          </a:pathLst>
        </a:custGeom>
        <a:noFill/>
        <a:ln w="9525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1960304" y="2377975"/>
        <a:ext cx="13937" cy="2790"/>
      </dsp:txXfrm>
    </dsp:sp>
    <dsp:sp modelId="{152D67C3-55FE-0549-AB50-0377058516C3}">
      <dsp:nvSpPr>
        <dsp:cNvPr id="0" name=""/>
        <dsp:cNvSpPr/>
      </dsp:nvSpPr>
      <dsp:spPr>
        <a:xfrm>
          <a:off x="633084" y="2015795"/>
          <a:ext cx="1211918" cy="727151"/>
        </a:xfrm>
        <a:prstGeom prst="rect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9385" tIns="62335" rIns="59385" bIns="62335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200" kern="1200"/>
            <a:t>- Predictive forecasting (Story 9).</a:t>
          </a:r>
        </a:p>
      </dsp:txBody>
      <dsp:txXfrm>
        <a:off x="633084" y="2015795"/>
        <a:ext cx="1211918" cy="727151"/>
      </dsp:txXfrm>
    </dsp:sp>
    <dsp:sp modelId="{91E9F82F-EFB0-294C-9462-4B99EF469806}">
      <dsp:nvSpPr>
        <dsp:cNvPr id="0" name=""/>
        <dsp:cNvSpPr/>
      </dsp:nvSpPr>
      <dsp:spPr>
        <a:xfrm>
          <a:off x="1239043" y="2741146"/>
          <a:ext cx="1490659" cy="248141"/>
        </a:xfrm>
        <a:custGeom>
          <a:avLst/>
          <a:gdLst/>
          <a:ahLst/>
          <a:cxnLst/>
          <a:rect l="0" t="0" r="0" b="0"/>
          <a:pathLst>
            <a:path>
              <a:moveTo>
                <a:pt x="1490659" y="0"/>
              </a:moveTo>
              <a:lnTo>
                <a:pt x="1490659" y="141170"/>
              </a:lnTo>
              <a:lnTo>
                <a:pt x="0" y="141170"/>
              </a:lnTo>
              <a:lnTo>
                <a:pt x="0" y="248141"/>
              </a:lnTo>
            </a:path>
          </a:pathLst>
        </a:custGeom>
        <a:noFill/>
        <a:ln w="9525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1946461" y="2863821"/>
        <a:ext cx="75824" cy="2790"/>
      </dsp:txXfrm>
    </dsp:sp>
    <dsp:sp modelId="{F1025233-70F3-E944-A3DE-BB1D243096AC}">
      <dsp:nvSpPr>
        <dsp:cNvPr id="0" name=""/>
        <dsp:cNvSpPr/>
      </dsp:nvSpPr>
      <dsp:spPr>
        <a:xfrm>
          <a:off x="2123744" y="2015795"/>
          <a:ext cx="1211918" cy="727151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9385" tIns="62335" rIns="59385" bIns="62335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200" kern="1200"/>
            <a:t>Milestone 2.0 Achievement:</a:t>
          </a:r>
        </a:p>
      </dsp:txBody>
      <dsp:txXfrm>
        <a:off x="2123744" y="2015795"/>
        <a:ext cx="1211918" cy="727151"/>
      </dsp:txXfrm>
    </dsp:sp>
    <dsp:sp modelId="{E36A4769-FEF3-9549-B5B8-8A56A6758684}">
      <dsp:nvSpPr>
        <dsp:cNvPr id="0" name=""/>
        <dsp:cNvSpPr/>
      </dsp:nvSpPr>
      <dsp:spPr>
        <a:xfrm>
          <a:off x="633084" y="3021687"/>
          <a:ext cx="1211918" cy="727151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9385" tIns="62335" rIns="59385" bIns="62335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200" kern="1200"/>
            <a:t>- Delivered full Reporting, Visualization, and Multi-Currency modules.</a:t>
          </a:r>
        </a:p>
      </dsp:txBody>
      <dsp:txXfrm>
        <a:off x="633084" y="3021687"/>
        <a:ext cx="1211918" cy="727151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51689B5-D653-4142-B4A0-E18B1B9703EE}">
      <dsp:nvSpPr>
        <dsp:cNvPr id="0" name=""/>
        <dsp:cNvSpPr/>
      </dsp:nvSpPr>
      <dsp:spPr>
        <a:xfrm>
          <a:off x="2280144" y="1185451"/>
          <a:ext cx="492856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492856" y="45720"/>
              </a:lnTo>
            </a:path>
          </a:pathLst>
        </a:custGeom>
        <a:noFill/>
        <a:ln w="9525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2513486" y="1228553"/>
        <a:ext cx="26172" cy="5234"/>
      </dsp:txXfrm>
    </dsp:sp>
    <dsp:sp modelId="{397C73E6-ABDD-5548-A69B-638BCE997B42}">
      <dsp:nvSpPr>
        <dsp:cNvPr id="0" name=""/>
        <dsp:cNvSpPr/>
      </dsp:nvSpPr>
      <dsp:spPr>
        <a:xfrm>
          <a:off x="6045" y="548401"/>
          <a:ext cx="2275898" cy="1365538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1521" tIns="117061" rIns="111521" bIns="117061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Tech Stack: Python (Flask), SQLAlchemy (ORM), SQLite, Bootstrap 5.</a:t>
          </a:r>
        </a:p>
      </dsp:txBody>
      <dsp:txXfrm>
        <a:off x="6045" y="548401"/>
        <a:ext cx="2275898" cy="1365538"/>
      </dsp:txXfrm>
    </dsp:sp>
    <dsp:sp modelId="{ACBF0FF8-CD5B-5E46-9529-026586D12BE4}">
      <dsp:nvSpPr>
        <dsp:cNvPr id="0" name=""/>
        <dsp:cNvSpPr/>
      </dsp:nvSpPr>
      <dsp:spPr>
        <a:xfrm>
          <a:off x="5079499" y="1185451"/>
          <a:ext cx="492856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492856" y="45720"/>
              </a:lnTo>
            </a:path>
          </a:pathLst>
        </a:custGeom>
        <a:noFill/>
        <a:ln w="9525" cap="flat" cmpd="sng" algn="ctr">
          <a:solidFill>
            <a:schemeClr val="accent2">
              <a:hueOff val="1560507"/>
              <a:satOff val="-1946"/>
              <a:lumOff val="458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5312841" y="1228553"/>
        <a:ext cx="26172" cy="5234"/>
      </dsp:txXfrm>
    </dsp:sp>
    <dsp:sp modelId="{B91F6DC5-3F9A-B44F-B94B-A2C69A68D1E1}">
      <dsp:nvSpPr>
        <dsp:cNvPr id="0" name=""/>
        <dsp:cNvSpPr/>
      </dsp:nvSpPr>
      <dsp:spPr>
        <a:xfrm>
          <a:off x="2805400" y="548401"/>
          <a:ext cx="2275898" cy="1365538"/>
        </a:xfrm>
        <a:prstGeom prst="rect">
          <a:avLst/>
        </a:prstGeom>
        <a:solidFill>
          <a:schemeClr val="accent2">
            <a:hueOff val="1170380"/>
            <a:satOff val="-1460"/>
            <a:lumOff val="343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1521" tIns="117061" rIns="111521" bIns="117061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Key Models (models.py):</a:t>
          </a:r>
        </a:p>
      </dsp:txBody>
      <dsp:txXfrm>
        <a:off x="2805400" y="548401"/>
        <a:ext cx="2275898" cy="1365538"/>
      </dsp:txXfrm>
    </dsp:sp>
    <dsp:sp modelId="{B369B085-E4F7-1F43-844F-12A1BD518481}">
      <dsp:nvSpPr>
        <dsp:cNvPr id="0" name=""/>
        <dsp:cNvSpPr/>
      </dsp:nvSpPr>
      <dsp:spPr>
        <a:xfrm>
          <a:off x="1143995" y="1912140"/>
          <a:ext cx="5598709" cy="492856"/>
        </a:xfrm>
        <a:custGeom>
          <a:avLst/>
          <a:gdLst/>
          <a:ahLst/>
          <a:cxnLst/>
          <a:rect l="0" t="0" r="0" b="0"/>
          <a:pathLst>
            <a:path>
              <a:moveTo>
                <a:pt x="5598709" y="0"/>
              </a:moveTo>
              <a:lnTo>
                <a:pt x="5598709" y="263528"/>
              </a:lnTo>
              <a:lnTo>
                <a:pt x="0" y="263528"/>
              </a:lnTo>
              <a:lnTo>
                <a:pt x="0" y="492856"/>
              </a:lnTo>
            </a:path>
          </a:pathLst>
        </a:custGeom>
        <a:noFill/>
        <a:ln w="9525" cap="flat" cmpd="sng" algn="ctr">
          <a:solidFill>
            <a:schemeClr val="accent2">
              <a:hueOff val="3121013"/>
              <a:satOff val="-3893"/>
              <a:lumOff val="915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3802771" y="2155951"/>
        <a:ext cx="281156" cy="5234"/>
      </dsp:txXfrm>
    </dsp:sp>
    <dsp:sp modelId="{6A1C9766-8B45-C543-8B7A-9733B611D4C5}">
      <dsp:nvSpPr>
        <dsp:cNvPr id="0" name=""/>
        <dsp:cNvSpPr/>
      </dsp:nvSpPr>
      <dsp:spPr>
        <a:xfrm>
          <a:off x="5604755" y="548401"/>
          <a:ext cx="2275898" cy="1365538"/>
        </a:xfrm>
        <a:prstGeom prst="rect">
          <a:avLst/>
        </a:prstGeom>
        <a:solidFill>
          <a:schemeClr val="accent2">
            <a:hueOff val="2340760"/>
            <a:satOff val="-2919"/>
            <a:lumOff val="686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1521" tIns="117061" rIns="111521" bIns="117061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- User: Handles authentication and currency prefs.</a:t>
          </a:r>
        </a:p>
      </dsp:txBody>
      <dsp:txXfrm>
        <a:off x="5604755" y="548401"/>
        <a:ext cx="2275898" cy="1365538"/>
      </dsp:txXfrm>
    </dsp:sp>
    <dsp:sp modelId="{4B598874-55B9-8C4A-89E4-627FCD4538B7}">
      <dsp:nvSpPr>
        <dsp:cNvPr id="0" name=""/>
        <dsp:cNvSpPr/>
      </dsp:nvSpPr>
      <dsp:spPr>
        <a:xfrm>
          <a:off x="2280144" y="3074446"/>
          <a:ext cx="492856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492856" y="45720"/>
              </a:lnTo>
            </a:path>
          </a:pathLst>
        </a:custGeom>
        <a:noFill/>
        <a:ln w="9525" cap="flat" cmpd="sng" algn="ctr">
          <a:solidFill>
            <a:schemeClr val="accent2">
              <a:hueOff val="4681520"/>
              <a:satOff val="-5839"/>
              <a:lumOff val="1373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2513486" y="3117549"/>
        <a:ext cx="26172" cy="5234"/>
      </dsp:txXfrm>
    </dsp:sp>
    <dsp:sp modelId="{78556A5A-F863-5541-965D-3967F8531327}">
      <dsp:nvSpPr>
        <dsp:cNvPr id="0" name=""/>
        <dsp:cNvSpPr/>
      </dsp:nvSpPr>
      <dsp:spPr>
        <a:xfrm>
          <a:off x="6045" y="2437397"/>
          <a:ext cx="2275898" cy="1365538"/>
        </a:xfrm>
        <a:prstGeom prst="rect">
          <a:avLst/>
        </a:prstGeom>
        <a:solidFill>
          <a:schemeClr val="accent2">
            <a:hueOff val="3511140"/>
            <a:satOff val="-4379"/>
            <a:lumOff val="103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1521" tIns="117061" rIns="111521" bIns="117061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- Transaction: Polymorphic design for Income/Expense.</a:t>
          </a:r>
        </a:p>
      </dsp:txBody>
      <dsp:txXfrm>
        <a:off x="6045" y="2437397"/>
        <a:ext cx="2275898" cy="1365538"/>
      </dsp:txXfrm>
    </dsp:sp>
    <dsp:sp modelId="{E820E9CC-51B8-794E-8493-C56838297590}">
      <dsp:nvSpPr>
        <dsp:cNvPr id="0" name=""/>
        <dsp:cNvSpPr/>
      </dsp:nvSpPr>
      <dsp:spPr>
        <a:xfrm>
          <a:off x="2805400" y="2437397"/>
          <a:ext cx="2275898" cy="1365538"/>
        </a:xfrm>
        <a:prstGeom prst="rect">
          <a:avLst/>
        </a:prstGeom>
        <a:solidFill>
          <a:schemeClr val="accent2">
            <a:hueOff val="4681520"/>
            <a:satOff val="-5839"/>
            <a:lumOff val="1373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1521" tIns="117061" rIns="111521" bIns="117061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- ScheduledReport: Manages automated background tasks.</a:t>
          </a:r>
        </a:p>
      </dsp:txBody>
      <dsp:txXfrm>
        <a:off x="2805400" y="2437397"/>
        <a:ext cx="2275898" cy="1365538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60F41B9-F32D-4996-9FAA-BF034C68B48E}">
      <dsp:nvSpPr>
        <dsp:cNvPr id="0" name=""/>
        <dsp:cNvSpPr/>
      </dsp:nvSpPr>
      <dsp:spPr>
        <a:xfrm>
          <a:off x="426530" y="28723"/>
          <a:ext cx="976563" cy="976563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1941091-4D08-4509-9346-F1B46C7AA97E}">
      <dsp:nvSpPr>
        <dsp:cNvPr id="0" name=""/>
        <dsp:cNvSpPr/>
      </dsp:nvSpPr>
      <dsp:spPr>
        <a:xfrm>
          <a:off x="631609" y="233801"/>
          <a:ext cx="566406" cy="566406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C8AF2A4-6ABE-4B84-BD11-AADF4C635872}">
      <dsp:nvSpPr>
        <dsp:cNvPr id="0" name=""/>
        <dsp:cNvSpPr/>
      </dsp:nvSpPr>
      <dsp:spPr>
        <a:xfrm>
          <a:off x="1612357" y="28723"/>
          <a:ext cx="2301898" cy="97656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Objective: Provide actionable insights (User Story 2, 5).</a:t>
          </a:r>
        </a:p>
      </dsp:txBody>
      <dsp:txXfrm>
        <a:off x="1612357" y="28723"/>
        <a:ext cx="2301898" cy="976563"/>
      </dsp:txXfrm>
    </dsp:sp>
    <dsp:sp modelId="{2E8464C9-2F11-49DF-A10D-CAB3B57AF4B3}">
      <dsp:nvSpPr>
        <dsp:cNvPr id="0" name=""/>
        <dsp:cNvSpPr/>
      </dsp:nvSpPr>
      <dsp:spPr>
        <a:xfrm>
          <a:off x="4315344" y="28723"/>
          <a:ext cx="976563" cy="976563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61AD834-C6D2-41D6-A814-7A5B494081F2}">
      <dsp:nvSpPr>
        <dsp:cNvPr id="0" name=""/>
        <dsp:cNvSpPr/>
      </dsp:nvSpPr>
      <dsp:spPr>
        <a:xfrm>
          <a:off x="4520422" y="233801"/>
          <a:ext cx="566406" cy="566406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7834220-B623-44AE-82C2-ED2684137A39}">
      <dsp:nvSpPr>
        <dsp:cNvPr id="0" name=""/>
        <dsp:cNvSpPr/>
      </dsp:nvSpPr>
      <dsp:spPr>
        <a:xfrm>
          <a:off x="5501170" y="28723"/>
          <a:ext cx="2301898" cy="97656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Implementation:</a:t>
          </a:r>
        </a:p>
      </dsp:txBody>
      <dsp:txXfrm>
        <a:off x="5501170" y="28723"/>
        <a:ext cx="2301898" cy="976563"/>
      </dsp:txXfrm>
    </dsp:sp>
    <dsp:sp modelId="{5E13740A-54FC-49CA-A421-67DA27039AF1}">
      <dsp:nvSpPr>
        <dsp:cNvPr id="0" name=""/>
        <dsp:cNvSpPr/>
      </dsp:nvSpPr>
      <dsp:spPr>
        <a:xfrm>
          <a:off x="426530" y="1774700"/>
          <a:ext cx="976563" cy="976563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663E293-F61F-4159-8955-26CCFA70CC87}">
      <dsp:nvSpPr>
        <dsp:cNvPr id="0" name=""/>
        <dsp:cNvSpPr/>
      </dsp:nvSpPr>
      <dsp:spPr>
        <a:xfrm>
          <a:off x="631609" y="1979778"/>
          <a:ext cx="566406" cy="566406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67E7ED6-3EC2-4F3B-BDCE-26CBDD69E63E}">
      <dsp:nvSpPr>
        <dsp:cNvPr id="0" name=""/>
        <dsp:cNvSpPr/>
      </dsp:nvSpPr>
      <dsp:spPr>
        <a:xfrm>
          <a:off x="1612357" y="1774700"/>
          <a:ext cx="2301898" cy="97656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- Dynamic Spending Calculation in 'home' route.</a:t>
          </a:r>
        </a:p>
      </dsp:txBody>
      <dsp:txXfrm>
        <a:off x="1612357" y="1774700"/>
        <a:ext cx="2301898" cy="976563"/>
      </dsp:txXfrm>
    </dsp:sp>
    <dsp:sp modelId="{A1BA8EC9-FE81-478F-95A2-DAD6864E299C}">
      <dsp:nvSpPr>
        <dsp:cNvPr id="0" name=""/>
        <dsp:cNvSpPr/>
      </dsp:nvSpPr>
      <dsp:spPr>
        <a:xfrm>
          <a:off x="4315344" y="1774700"/>
          <a:ext cx="976563" cy="976563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018952D-8C94-4A16-AFDD-21ACD86327D7}">
      <dsp:nvSpPr>
        <dsp:cNvPr id="0" name=""/>
        <dsp:cNvSpPr/>
      </dsp:nvSpPr>
      <dsp:spPr>
        <a:xfrm>
          <a:off x="4520422" y="1979778"/>
          <a:ext cx="566406" cy="566406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3B43587-7A48-4CD6-B9D9-5E8ABA9E124B}">
      <dsp:nvSpPr>
        <dsp:cNvPr id="0" name=""/>
        <dsp:cNvSpPr/>
      </dsp:nvSpPr>
      <dsp:spPr>
        <a:xfrm>
          <a:off x="5501170" y="1774700"/>
          <a:ext cx="2301898" cy="97656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- Visual Feedback: Logic determines progress bar colors.</a:t>
          </a:r>
        </a:p>
      </dsp:txBody>
      <dsp:txXfrm>
        <a:off x="5501170" y="1774700"/>
        <a:ext cx="2301898" cy="976563"/>
      </dsp:txXfrm>
    </dsp:sp>
    <dsp:sp modelId="{8D8708F4-1F79-4500-B029-E3E9484D3BF1}">
      <dsp:nvSpPr>
        <dsp:cNvPr id="0" name=""/>
        <dsp:cNvSpPr/>
      </dsp:nvSpPr>
      <dsp:spPr>
        <a:xfrm>
          <a:off x="426530" y="3520676"/>
          <a:ext cx="976563" cy="976563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9DD3579-1D35-4D2A-95D3-B0D147B17563}">
      <dsp:nvSpPr>
        <dsp:cNvPr id="0" name=""/>
        <dsp:cNvSpPr/>
      </dsp:nvSpPr>
      <dsp:spPr>
        <a:xfrm>
          <a:off x="631609" y="3725754"/>
          <a:ext cx="566406" cy="566406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DB6AB17-0189-40FB-A8C3-8A0CA274817B}">
      <dsp:nvSpPr>
        <dsp:cNvPr id="0" name=""/>
        <dsp:cNvSpPr/>
      </dsp:nvSpPr>
      <dsp:spPr>
        <a:xfrm>
          <a:off x="1612357" y="3520676"/>
          <a:ext cx="2301898" cy="97656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- Green &lt; 70% | Yellow 70-90% | Red &gt; 90%.</a:t>
          </a:r>
        </a:p>
      </dsp:txBody>
      <dsp:txXfrm>
        <a:off x="1612357" y="3520676"/>
        <a:ext cx="2301898" cy="976563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4C4E70B-D286-40CF-8500-FE8D69927093}">
      <dsp:nvSpPr>
        <dsp:cNvPr id="0" name=""/>
        <dsp:cNvSpPr/>
      </dsp:nvSpPr>
      <dsp:spPr>
        <a:xfrm>
          <a:off x="426530" y="28723"/>
          <a:ext cx="976563" cy="976563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FF94C61-E153-416D-9547-3F4ED13013BC}">
      <dsp:nvSpPr>
        <dsp:cNvPr id="0" name=""/>
        <dsp:cNvSpPr/>
      </dsp:nvSpPr>
      <dsp:spPr>
        <a:xfrm>
          <a:off x="631609" y="233801"/>
          <a:ext cx="566406" cy="566406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A7B8B6B-605C-470A-8843-F9EC933C5E04}">
      <dsp:nvSpPr>
        <dsp:cNvPr id="0" name=""/>
        <dsp:cNvSpPr/>
      </dsp:nvSpPr>
      <dsp:spPr>
        <a:xfrm>
          <a:off x="1612357" y="28723"/>
          <a:ext cx="2301898" cy="97656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Objective: Data portability and compliance (Story 10, 12).</a:t>
          </a:r>
        </a:p>
      </dsp:txBody>
      <dsp:txXfrm>
        <a:off x="1612357" y="28723"/>
        <a:ext cx="2301898" cy="976563"/>
      </dsp:txXfrm>
    </dsp:sp>
    <dsp:sp modelId="{9B194855-9395-42E4-B0D1-6D09E11B9EBC}">
      <dsp:nvSpPr>
        <dsp:cNvPr id="0" name=""/>
        <dsp:cNvSpPr/>
      </dsp:nvSpPr>
      <dsp:spPr>
        <a:xfrm>
          <a:off x="4315344" y="28723"/>
          <a:ext cx="976563" cy="976563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FBDCEF4-E6F8-4A3C-AECA-7B9ADB19497C}">
      <dsp:nvSpPr>
        <dsp:cNvPr id="0" name=""/>
        <dsp:cNvSpPr/>
      </dsp:nvSpPr>
      <dsp:spPr>
        <a:xfrm>
          <a:off x="4520422" y="233801"/>
          <a:ext cx="566406" cy="566406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610564F-FDFD-4826-B255-63BAF7A3FE01}">
      <dsp:nvSpPr>
        <dsp:cNvPr id="0" name=""/>
        <dsp:cNvSpPr/>
      </dsp:nvSpPr>
      <dsp:spPr>
        <a:xfrm>
          <a:off x="5501170" y="28723"/>
          <a:ext cx="2301898" cy="97656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Features:</a:t>
          </a:r>
        </a:p>
      </dsp:txBody>
      <dsp:txXfrm>
        <a:off x="5501170" y="28723"/>
        <a:ext cx="2301898" cy="976563"/>
      </dsp:txXfrm>
    </dsp:sp>
    <dsp:sp modelId="{E3997CF3-8A85-49B5-95E0-E0126117D75A}">
      <dsp:nvSpPr>
        <dsp:cNvPr id="0" name=""/>
        <dsp:cNvSpPr/>
      </dsp:nvSpPr>
      <dsp:spPr>
        <a:xfrm>
          <a:off x="426530" y="1774700"/>
          <a:ext cx="976563" cy="976563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8E2FCB9-8486-4A06-8F29-18DC0AA9D6F2}">
      <dsp:nvSpPr>
        <dsp:cNvPr id="0" name=""/>
        <dsp:cNvSpPr/>
      </dsp:nvSpPr>
      <dsp:spPr>
        <a:xfrm>
          <a:off x="631609" y="1979778"/>
          <a:ext cx="566406" cy="566406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5A25D3F-8BC6-4974-B4C5-97FB8ABEF4C8}">
      <dsp:nvSpPr>
        <dsp:cNvPr id="0" name=""/>
        <dsp:cNvSpPr/>
      </dsp:nvSpPr>
      <dsp:spPr>
        <a:xfrm>
          <a:off x="1612357" y="1774700"/>
          <a:ext cx="2301898" cy="97656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- PDF Generation: Programmatic drawing via ReportLab.</a:t>
          </a:r>
        </a:p>
      </dsp:txBody>
      <dsp:txXfrm>
        <a:off x="1612357" y="1774700"/>
        <a:ext cx="2301898" cy="976563"/>
      </dsp:txXfrm>
    </dsp:sp>
    <dsp:sp modelId="{447A59B5-4E29-4287-986B-D2A89205552E}">
      <dsp:nvSpPr>
        <dsp:cNvPr id="0" name=""/>
        <dsp:cNvSpPr/>
      </dsp:nvSpPr>
      <dsp:spPr>
        <a:xfrm>
          <a:off x="4315344" y="1774700"/>
          <a:ext cx="976563" cy="976563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F195D22-B292-42D8-BC98-1DA1A5750C6F}">
      <dsp:nvSpPr>
        <dsp:cNvPr id="0" name=""/>
        <dsp:cNvSpPr/>
      </dsp:nvSpPr>
      <dsp:spPr>
        <a:xfrm>
          <a:off x="4520422" y="1979778"/>
          <a:ext cx="566406" cy="566406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C2BB43D-A3B6-46DA-BB2A-2E5423B702B0}">
      <dsp:nvSpPr>
        <dsp:cNvPr id="0" name=""/>
        <dsp:cNvSpPr/>
      </dsp:nvSpPr>
      <dsp:spPr>
        <a:xfrm>
          <a:off x="5501170" y="1774700"/>
          <a:ext cx="2301898" cy="97656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- CSV Export: In-memory buffer handling.</a:t>
          </a:r>
        </a:p>
      </dsp:txBody>
      <dsp:txXfrm>
        <a:off x="5501170" y="1774700"/>
        <a:ext cx="2301898" cy="976563"/>
      </dsp:txXfrm>
    </dsp:sp>
    <dsp:sp modelId="{075C8826-E42D-4D52-BE65-429FCDD64192}">
      <dsp:nvSpPr>
        <dsp:cNvPr id="0" name=""/>
        <dsp:cNvSpPr/>
      </dsp:nvSpPr>
      <dsp:spPr>
        <a:xfrm>
          <a:off x="426530" y="3520676"/>
          <a:ext cx="976563" cy="976563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2865AAE-4C6C-4015-8DAD-22197F11B934}">
      <dsp:nvSpPr>
        <dsp:cNvPr id="0" name=""/>
        <dsp:cNvSpPr/>
      </dsp:nvSpPr>
      <dsp:spPr>
        <a:xfrm>
          <a:off x="631609" y="3725754"/>
          <a:ext cx="566406" cy="566406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A41A44D-27EA-45F6-8F7F-F99B8A145EFA}">
      <dsp:nvSpPr>
        <dsp:cNvPr id="0" name=""/>
        <dsp:cNvSpPr/>
      </dsp:nvSpPr>
      <dsp:spPr>
        <a:xfrm>
          <a:off x="1612357" y="3520676"/>
          <a:ext cx="2301898" cy="97656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- Tax Summary: Filtering for deductible categories.</a:t>
          </a:r>
        </a:p>
      </dsp:txBody>
      <dsp:txXfrm>
        <a:off x="1612357" y="3520676"/>
        <a:ext cx="2301898" cy="976563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060FAD8-1A79-4C30-8307-865C691A18E8}">
      <dsp:nvSpPr>
        <dsp:cNvPr id="0" name=""/>
        <dsp:cNvSpPr/>
      </dsp:nvSpPr>
      <dsp:spPr>
        <a:xfrm>
          <a:off x="426530" y="28723"/>
          <a:ext cx="976563" cy="976563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22EAB43-504B-4F01-8F1F-5115F0F0FD87}">
      <dsp:nvSpPr>
        <dsp:cNvPr id="0" name=""/>
        <dsp:cNvSpPr/>
      </dsp:nvSpPr>
      <dsp:spPr>
        <a:xfrm>
          <a:off x="631609" y="233801"/>
          <a:ext cx="566406" cy="566406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83C07CD-06A9-4CB3-B548-E3B53037A626}">
      <dsp:nvSpPr>
        <dsp:cNvPr id="0" name=""/>
        <dsp:cNvSpPr/>
      </dsp:nvSpPr>
      <dsp:spPr>
        <a:xfrm>
          <a:off x="1612357" y="28723"/>
          <a:ext cx="2301898" cy="97656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Process Overview:</a:t>
          </a:r>
        </a:p>
      </dsp:txBody>
      <dsp:txXfrm>
        <a:off x="1612357" y="28723"/>
        <a:ext cx="2301898" cy="976563"/>
      </dsp:txXfrm>
    </dsp:sp>
    <dsp:sp modelId="{95DF1684-8786-4439-BE86-4ECBCD3CB6F6}">
      <dsp:nvSpPr>
        <dsp:cNvPr id="0" name=""/>
        <dsp:cNvSpPr/>
      </dsp:nvSpPr>
      <dsp:spPr>
        <a:xfrm>
          <a:off x="4315344" y="28723"/>
          <a:ext cx="976563" cy="976563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0B76820-5C60-4AF6-83D9-EA412D14EA04}">
      <dsp:nvSpPr>
        <dsp:cNvPr id="0" name=""/>
        <dsp:cNvSpPr/>
      </dsp:nvSpPr>
      <dsp:spPr>
        <a:xfrm>
          <a:off x="4520422" y="233801"/>
          <a:ext cx="566406" cy="566406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71981F9-87FA-40BC-831E-6B973E6BBE2B}">
      <dsp:nvSpPr>
        <dsp:cNvPr id="0" name=""/>
        <dsp:cNvSpPr/>
      </dsp:nvSpPr>
      <dsp:spPr>
        <a:xfrm>
          <a:off x="5501170" y="28723"/>
          <a:ext cx="2301898" cy="97656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- 2-Week Sprints aligned with coursework.</a:t>
          </a:r>
        </a:p>
      </dsp:txBody>
      <dsp:txXfrm>
        <a:off x="5501170" y="28723"/>
        <a:ext cx="2301898" cy="976563"/>
      </dsp:txXfrm>
    </dsp:sp>
    <dsp:sp modelId="{E34AC00E-E72B-4BB6-B892-80C0F84C874F}">
      <dsp:nvSpPr>
        <dsp:cNvPr id="0" name=""/>
        <dsp:cNvSpPr/>
      </dsp:nvSpPr>
      <dsp:spPr>
        <a:xfrm>
          <a:off x="426530" y="1774700"/>
          <a:ext cx="976563" cy="976563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CD9CC23-5F9F-4A11-A3DD-4C2F831F711F}">
      <dsp:nvSpPr>
        <dsp:cNvPr id="0" name=""/>
        <dsp:cNvSpPr/>
      </dsp:nvSpPr>
      <dsp:spPr>
        <a:xfrm>
          <a:off x="631609" y="1979778"/>
          <a:ext cx="566406" cy="566406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63E0611-4FED-4F93-8029-F04F92AF0614}">
      <dsp:nvSpPr>
        <dsp:cNvPr id="0" name=""/>
        <dsp:cNvSpPr/>
      </dsp:nvSpPr>
      <dsp:spPr>
        <a:xfrm>
          <a:off x="1612357" y="1774700"/>
          <a:ext cx="2301898" cy="97656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- Decomposed User Stories into granular Tasks.</a:t>
          </a:r>
        </a:p>
      </dsp:txBody>
      <dsp:txXfrm>
        <a:off x="1612357" y="1774700"/>
        <a:ext cx="2301898" cy="976563"/>
      </dsp:txXfrm>
    </dsp:sp>
    <dsp:sp modelId="{1CD12E65-FD87-40D3-8473-4B775FDC19EA}">
      <dsp:nvSpPr>
        <dsp:cNvPr id="0" name=""/>
        <dsp:cNvSpPr/>
      </dsp:nvSpPr>
      <dsp:spPr>
        <a:xfrm>
          <a:off x="4315344" y="1774700"/>
          <a:ext cx="976563" cy="976563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38502DB-AFFD-45E8-8724-BE8F16741A2E}">
      <dsp:nvSpPr>
        <dsp:cNvPr id="0" name=""/>
        <dsp:cNvSpPr/>
      </dsp:nvSpPr>
      <dsp:spPr>
        <a:xfrm>
          <a:off x="4520422" y="1979778"/>
          <a:ext cx="566406" cy="566406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F0E1336-A463-4CD6-92D6-BC560F4B5157}">
      <dsp:nvSpPr>
        <dsp:cNvPr id="0" name=""/>
        <dsp:cNvSpPr/>
      </dsp:nvSpPr>
      <dsp:spPr>
        <a:xfrm>
          <a:off x="5501170" y="1774700"/>
          <a:ext cx="2301898" cy="97656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Velocity &amp; Tracking:</a:t>
          </a:r>
        </a:p>
      </dsp:txBody>
      <dsp:txXfrm>
        <a:off x="5501170" y="1774700"/>
        <a:ext cx="2301898" cy="976563"/>
      </dsp:txXfrm>
    </dsp:sp>
    <dsp:sp modelId="{A599C93D-3091-4927-B3FD-D0F7CABF9CBD}">
      <dsp:nvSpPr>
        <dsp:cNvPr id="0" name=""/>
        <dsp:cNvSpPr/>
      </dsp:nvSpPr>
      <dsp:spPr>
        <a:xfrm>
          <a:off x="426530" y="3520676"/>
          <a:ext cx="976563" cy="976563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B6CD4A1-8F90-4035-8F23-0A759420FA0C}">
      <dsp:nvSpPr>
        <dsp:cNvPr id="0" name=""/>
        <dsp:cNvSpPr/>
      </dsp:nvSpPr>
      <dsp:spPr>
        <a:xfrm>
          <a:off x="631609" y="3725754"/>
          <a:ext cx="566406" cy="566406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E274323-C1E8-45A1-AF8C-47C33E592D60}">
      <dsp:nvSpPr>
        <dsp:cNvPr id="0" name=""/>
        <dsp:cNvSpPr/>
      </dsp:nvSpPr>
      <dsp:spPr>
        <a:xfrm>
          <a:off x="1612357" y="3520676"/>
          <a:ext cx="2301898" cy="97656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- Maintained Burndown charts to track progress.</a:t>
          </a:r>
        </a:p>
      </dsp:txBody>
      <dsp:txXfrm>
        <a:off x="1612357" y="3520676"/>
        <a:ext cx="2301898" cy="976563"/>
      </dsp:txXfrm>
    </dsp:sp>
    <dsp:sp modelId="{C1DACBFE-98B4-42B1-8BB8-027005CE2579}">
      <dsp:nvSpPr>
        <dsp:cNvPr id="0" name=""/>
        <dsp:cNvSpPr/>
      </dsp:nvSpPr>
      <dsp:spPr>
        <a:xfrm>
          <a:off x="4315344" y="3520676"/>
          <a:ext cx="976563" cy="976563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7AA033C-3D0E-4E92-8EB0-425008F51E25}">
      <dsp:nvSpPr>
        <dsp:cNvPr id="0" name=""/>
        <dsp:cNvSpPr/>
      </dsp:nvSpPr>
      <dsp:spPr>
        <a:xfrm>
          <a:off x="4520422" y="3725754"/>
          <a:ext cx="566406" cy="566406"/>
        </a:xfrm>
        <a:prstGeom prst="rect">
          <a:avLst/>
        </a:prstGeom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7BAC502-179E-48BB-9086-97985B16426C}">
      <dsp:nvSpPr>
        <dsp:cNvPr id="0" name=""/>
        <dsp:cNvSpPr/>
      </dsp:nvSpPr>
      <dsp:spPr>
        <a:xfrm>
          <a:off x="5501170" y="3520676"/>
          <a:ext cx="2301898" cy="97656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- Initial velocity variance stabilized in Phase 3.</a:t>
          </a:r>
        </a:p>
      </dsp:txBody>
      <dsp:txXfrm>
        <a:off x="5501170" y="3520676"/>
        <a:ext cx="2301898" cy="976563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CCA21BD-E1A7-5B46-9492-CE1C18444712}">
      <dsp:nvSpPr>
        <dsp:cNvPr id="0" name=""/>
        <dsp:cNvSpPr/>
      </dsp:nvSpPr>
      <dsp:spPr>
        <a:xfrm>
          <a:off x="495061" y="645"/>
          <a:ext cx="2262336" cy="1357401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Testing Strategy (pytest):</a:t>
          </a:r>
        </a:p>
      </dsp:txBody>
      <dsp:txXfrm>
        <a:off x="495061" y="645"/>
        <a:ext cx="2262336" cy="1357401"/>
      </dsp:txXfrm>
    </dsp:sp>
    <dsp:sp modelId="{EBA875C3-E1B4-D94A-ADDF-E6E0D6C210B7}">
      <dsp:nvSpPr>
        <dsp:cNvPr id="0" name=""/>
        <dsp:cNvSpPr/>
      </dsp:nvSpPr>
      <dsp:spPr>
        <a:xfrm>
          <a:off x="2983631" y="645"/>
          <a:ext cx="2262336" cy="1357401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- Unit Tests: Model constraints.</a:t>
          </a:r>
        </a:p>
      </dsp:txBody>
      <dsp:txXfrm>
        <a:off x="2983631" y="645"/>
        <a:ext cx="2262336" cy="1357401"/>
      </dsp:txXfrm>
    </dsp:sp>
    <dsp:sp modelId="{5A6EEA18-DDEF-9C49-AA84-36303096ED0D}">
      <dsp:nvSpPr>
        <dsp:cNvPr id="0" name=""/>
        <dsp:cNvSpPr/>
      </dsp:nvSpPr>
      <dsp:spPr>
        <a:xfrm>
          <a:off x="5472201" y="645"/>
          <a:ext cx="2262336" cy="1357401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- Integration Tests: Route logic and redirects.</a:t>
          </a:r>
        </a:p>
      </dsp:txBody>
      <dsp:txXfrm>
        <a:off x="5472201" y="645"/>
        <a:ext cx="2262336" cy="1357401"/>
      </dsp:txXfrm>
    </dsp:sp>
    <dsp:sp modelId="{CB2BB3C6-89C3-6149-B6AB-4E76E1B1EB81}">
      <dsp:nvSpPr>
        <dsp:cNvPr id="0" name=""/>
        <dsp:cNvSpPr/>
      </dsp:nvSpPr>
      <dsp:spPr>
        <a:xfrm>
          <a:off x="495061" y="1584280"/>
          <a:ext cx="2262336" cy="1357401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- Coverage: ~87%.</a:t>
          </a:r>
        </a:p>
      </dsp:txBody>
      <dsp:txXfrm>
        <a:off x="495061" y="1584280"/>
        <a:ext cx="2262336" cy="1357401"/>
      </dsp:txXfrm>
    </dsp:sp>
    <dsp:sp modelId="{ECCF7BAC-02A0-A649-A185-00ACBCD163D0}">
      <dsp:nvSpPr>
        <dsp:cNvPr id="0" name=""/>
        <dsp:cNvSpPr/>
      </dsp:nvSpPr>
      <dsp:spPr>
        <a:xfrm>
          <a:off x="2983631" y="1584280"/>
          <a:ext cx="2262336" cy="1357401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Lessons Learned:</a:t>
          </a:r>
        </a:p>
      </dsp:txBody>
      <dsp:txXfrm>
        <a:off x="2983631" y="1584280"/>
        <a:ext cx="2262336" cy="1357401"/>
      </dsp:txXfrm>
    </dsp:sp>
    <dsp:sp modelId="{4D38682E-9FD6-2242-9043-110721FE8CD5}">
      <dsp:nvSpPr>
        <dsp:cNvPr id="0" name=""/>
        <dsp:cNvSpPr/>
      </dsp:nvSpPr>
      <dsp:spPr>
        <a:xfrm>
          <a:off x="5472201" y="1584280"/>
          <a:ext cx="2262336" cy="1357401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- Challenge: Headless browser rendering for PDFs.</a:t>
          </a:r>
        </a:p>
      </dsp:txBody>
      <dsp:txXfrm>
        <a:off x="5472201" y="1584280"/>
        <a:ext cx="2262336" cy="1357401"/>
      </dsp:txXfrm>
    </dsp:sp>
    <dsp:sp modelId="{A0F0251D-656E-AD40-B97B-F6CE50CE0E0B}">
      <dsp:nvSpPr>
        <dsp:cNvPr id="0" name=""/>
        <dsp:cNvSpPr/>
      </dsp:nvSpPr>
      <dsp:spPr>
        <a:xfrm>
          <a:off x="2983631" y="3167916"/>
          <a:ext cx="2262336" cy="1357401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- Success: Robust MVC separation allowed easy API integration.</a:t>
          </a:r>
        </a:p>
      </dsp:txBody>
      <dsp:txXfrm>
        <a:off x="2983631" y="3167916"/>
        <a:ext cx="2262336" cy="1357401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2BA57F2-83E0-464E-B8E0-0CD90C23E636}">
      <dsp:nvSpPr>
        <dsp:cNvPr id="0" name=""/>
        <dsp:cNvSpPr/>
      </dsp:nvSpPr>
      <dsp:spPr>
        <a:xfrm>
          <a:off x="0" y="226897"/>
          <a:ext cx="5000124" cy="5000124"/>
        </a:xfrm>
        <a:prstGeom prst="diamond">
          <a:avLst/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26F99112-30DE-574C-8F10-D250B4B39BFE}">
      <dsp:nvSpPr>
        <dsp:cNvPr id="0" name=""/>
        <dsp:cNvSpPr/>
      </dsp:nvSpPr>
      <dsp:spPr>
        <a:xfrm>
          <a:off x="475011" y="701909"/>
          <a:ext cx="1950048" cy="1950048"/>
        </a:xfrm>
        <a:prstGeom prst="round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• Completed full MVC finance tracking system</a:t>
          </a:r>
        </a:p>
      </dsp:txBody>
      <dsp:txXfrm>
        <a:off x="570204" y="797102"/>
        <a:ext cx="1759662" cy="1759662"/>
      </dsp:txXfrm>
    </dsp:sp>
    <dsp:sp modelId="{A38E7C6A-54B4-4C47-9FB1-6E5078B7B95B}">
      <dsp:nvSpPr>
        <dsp:cNvPr id="0" name=""/>
        <dsp:cNvSpPr/>
      </dsp:nvSpPr>
      <dsp:spPr>
        <a:xfrm>
          <a:off x="2575063" y="701909"/>
          <a:ext cx="1950048" cy="1950048"/>
        </a:xfrm>
        <a:prstGeom prst="roundRect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• Delivered forecasting, visualization, and reporting on time</a:t>
          </a:r>
        </a:p>
      </dsp:txBody>
      <dsp:txXfrm>
        <a:off x="2670256" y="797102"/>
        <a:ext cx="1759662" cy="1759662"/>
      </dsp:txXfrm>
    </dsp:sp>
    <dsp:sp modelId="{020F71E1-EAA2-654E-A14F-CA9A2A1BD1EF}">
      <dsp:nvSpPr>
        <dsp:cNvPr id="0" name=""/>
        <dsp:cNvSpPr/>
      </dsp:nvSpPr>
      <dsp:spPr>
        <a:xfrm>
          <a:off x="475011" y="2801961"/>
          <a:ext cx="1950048" cy="1950048"/>
        </a:xfrm>
        <a:prstGeom prst="roundRect">
          <a:avLst/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• Improved stability and modular architecture</a:t>
          </a:r>
        </a:p>
      </dsp:txBody>
      <dsp:txXfrm>
        <a:off x="570204" y="2897154"/>
        <a:ext cx="1759662" cy="1759662"/>
      </dsp:txXfrm>
    </dsp:sp>
    <dsp:sp modelId="{822ABBCF-7C56-1442-8DD9-54266AA27F68}">
      <dsp:nvSpPr>
        <dsp:cNvPr id="0" name=""/>
        <dsp:cNvSpPr/>
      </dsp:nvSpPr>
      <dsp:spPr>
        <a:xfrm>
          <a:off x="2575063" y="2801961"/>
          <a:ext cx="1950048" cy="1950048"/>
        </a:xfrm>
        <a:prstGeom prst="roundRect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• Strong team collaboration and communication</a:t>
          </a:r>
        </a:p>
      </dsp:txBody>
      <dsp:txXfrm>
        <a:off x="2670256" y="2897154"/>
        <a:ext cx="1759662" cy="1759662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0B80361-C4B3-3844-93E9-6D3252E44051}">
      <dsp:nvSpPr>
        <dsp:cNvPr id="0" name=""/>
        <dsp:cNvSpPr/>
      </dsp:nvSpPr>
      <dsp:spPr>
        <a:xfrm>
          <a:off x="1118728" y="431"/>
          <a:ext cx="2837340" cy="1702404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• Early delays due to API and environment failures</a:t>
          </a:r>
        </a:p>
      </dsp:txBody>
      <dsp:txXfrm>
        <a:off x="1118728" y="431"/>
        <a:ext cx="2837340" cy="1702404"/>
      </dsp:txXfrm>
    </dsp:sp>
    <dsp:sp modelId="{EAB6118B-2BC4-864D-A8E5-5A49298D4C27}">
      <dsp:nvSpPr>
        <dsp:cNvPr id="0" name=""/>
        <dsp:cNvSpPr/>
      </dsp:nvSpPr>
      <dsp:spPr>
        <a:xfrm>
          <a:off x="4239802" y="431"/>
          <a:ext cx="2837340" cy="1702404"/>
        </a:xfrm>
        <a:prstGeom prst="rect">
          <a:avLst/>
        </a:prstGeom>
        <a:solidFill>
          <a:schemeClr val="accent2">
            <a:hueOff val="1560507"/>
            <a:satOff val="-1946"/>
            <a:lumOff val="458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• Integration of forecasting &amp; PDF generation required extra debugging</a:t>
          </a:r>
        </a:p>
      </dsp:txBody>
      <dsp:txXfrm>
        <a:off x="4239802" y="431"/>
        <a:ext cx="2837340" cy="1702404"/>
      </dsp:txXfrm>
    </dsp:sp>
    <dsp:sp modelId="{5C7FDF9A-5212-DD46-A20E-B432187B7948}">
      <dsp:nvSpPr>
        <dsp:cNvPr id="0" name=""/>
        <dsp:cNvSpPr/>
      </dsp:nvSpPr>
      <dsp:spPr>
        <a:xfrm>
          <a:off x="1118728" y="1986569"/>
          <a:ext cx="2837340" cy="1702404"/>
        </a:xfrm>
        <a:prstGeom prst="rect">
          <a:avLst/>
        </a:prstGeom>
        <a:solidFill>
          <a:schemeClr val="accent2">
            <a:hueOff val="3121013"/>
            <a:satOff val="-3893"/>
            <a:lumOff val="915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• Agile velocity inconsistent in early sprints</a:t>
          </a:r>
        </a:p>
      </dsp:txBody>
      <dsp:txXfrm>
        <a:off x="1118728" y="1986569"/>
        <a:ext cx="2837340" cy="1702404"/>
      </dsp:txXfrm>
    </dsp:sp>
    <dsp:sp modelId="{949AFA30-864B-494C-A915-FB36E14EB558}">
      <dsp:nvSpPr>
        <dsp:cNvPr id="0" name=""/>
        <dsp:cNvSpPr/>
      </dsp:nvSpPr>
      <dsp:spPr>
        <a:xfrm>
          <a:off x="4239802" y="1986569"/>
          <a:ext cx="2837340" cy="1702404"/>
        </a:xfrm>
        <a:prstGeom prst="rect">
          <a:avLst/>
        </a:prstGeom>
        <a:solidFill>
          <a:schemeClr val="accent2">
            <a:hueOff val="4681520"/>
            <a:satOff val="-5839"/>
            <a:lumOff val="1373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• UI/UX improvements limited by time constraints</a:t>
          </a:r>
        </a:p>
      </dsp:txBody>
      <dsp:txXfrm>
        <a:off x="4239802" y="1986569"/>
        <a:ext cx="2837340" cy="1702404"/>
      </dsp:txXfrm>
    </dsp:sp>
  </dsp:spTree>
</dsp:drawing>
</file>

<file path=ppt/diagrams/drawing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5230F16-D3E9-4247-9C72-6F128DC4B933}">
      <dsp:nvSpPr>
        <dsp:cNvPr id="0" name=""/>
        <dsp:cNvSpPr/>
      </dsp:nvSpPr>
      <dsp:spPr>
        <a:xfrm>
          <a:off x="376435" y="1016402"/>
          <a:ext cx="1098000" cy="1098000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2CF6F1F-67F1-4513-84EF-AA6B4B8A3E24}">
      <dsp:nvSpPr>
        <dsp:cNvPr id="0" name=""/>
        <dsp:cNvSpPr/>
      </dsp:nvSpPr>
      <dsp:spPr>
        <a:xfrm>
          <a:off x="610435" y="1250402"/>
          <a:ext cx="630000" cy="63000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7E62AA2-FDAB-439F-BD41-7E2D0B809DFE}">
      <dsp:nvSpPr>
        <dsp:cNvPr id="0" name=""/>
        <dsp:cNvSpPr/>
      </dsp:nvSpPr>
      <dsp:spPr>
        <a:xfrm>
          <a:off x="25435" y="2456402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200" kern="1200"/>
            <a:t>• Importance of clear communication in distributed teams</a:t>
          </a:r>
        </a:p>
      </dsp:txBody>
      <dsp:txXfrm>
        <a:off x="25435" y="2456402"/>
        <a:ext cx="1800000" cy="720000"/>
      </dsp:txXfrm>
    </dsp:sp>
    <dsp:sp modelId="{B9B991CC-AEA9-47DD-8059-094F6A09AC77}">
      <dsp:nvSpPr>
        <dsp:cNvPr id="0" name=""/>
        <dsp:cNvSpPr/>
      </dsp:nvSpPr>
      <dsp:spPr>
        <a:xfrm>
          <a:off x="2491435" y="1016402"/>
          <a:ext cx="1098000" cy="1098000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5321F89-418F-465E-BBD2-AED3FEC0B881}">
      <dsp:nvSpPr>
        <dsp:cNvPr id="0" name=""/>
        <dsp:cNvSpPr/>
      </dsp:nvSpPr>
      <dsp:spPr>
        <a:xfrm>
          <a:off x="2725435" y="1250402"/>
          <a:ext cx="630000" cy="63000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D3F4C40-7A15-4E09-A166-BB688A82D83D}">
      <dsp:nvSpPr>
        <dsp:cNvPr id="0" name=""/>
        <dsp:cNvSpPr/>
      </dsp:nvSpPr>
      <dsp:spPr>
        <a:xfrm>
          <a:off x="2140435" y="2456402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200" kern="1200"/>
            <a:t>• Breaking user stories into smaller tasks stabilizes sprint velocity</a:t>
          </a:r>
        </a:p>
      </dsp:txBody>
      <dsp:txXfrm>
        <a:off x="2140435" y="2456402"/>
        <a:ext cx="1800000" cy="720000"/>
      </dsp:txXfrm>
    </dsp:sp>
    <dsp:sp modelId="{13272B15-44CD-45F1-B10B-7253D9139B43}">
      <dsp:nvSpPr>
        <dsp:cNvPr id="0" name=""/>
        <dsp:cNvSpPr/>
      </dsp:nvSpPr>
      <dsp:spPr>
        <a:xfrm>
          <a:off x="4606435" y="1016402"/>
          <a:ext cx="1098000" cy="1098000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724169E-C760-4C72-862A-AEFD207D3E02}">
      <dsp:nvSpPr>
        <dsp:cNvPr id="0" name=""/>
        <dsp:cNvSpPr/>
      </dsp:nvSpPr>
      <dsp:spPr>
        <a:xfrm>
          <a:off x="4840435" y="1250402"/>
          <a:ext cx="630000" cy="630000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D668487-7F1C-4AE0-AE6A-098BD1DEA573}">
      <dsp:nvSpPr>
        <dsp:cNvPr id="0" name=""/>
        <dsp:cNvSpPr/>
      </dsp:nvSpPr>
      <dsp:spPr>
        <a:xfrm>
          <a:off x="4255435" y="2456402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200" kern="1200"/>
            <a:t>• Early testing prevents critical roadblocks later</a:t>
          </a:r>
        </a:p>
      </dsp:txBody>
      <dsp:txXfrm>
        <a:off x="4255435" y="2456402"/>
        <a:ext cx="1800000" cy="720000"/>
      </dsp:txXfrm>
    </dsp:sp>
    <dsp:sp modelId="{E08D779B-CBFC-49E0-9922-51E9B97E4E61}">
      <dsp:nvSpPr>
        <dsp:cNvPr id="0" name=""/>
        <dsp:cNvSpPr/>
      </dsp:nvSpPr>
      <dsp:spPr>
        <a:xfrm>
          <a:off x="6721435" y="1016402"/>
          <a:ext cx="1098000" cy="1098000"/>
        </a:xfrm>
        <a:prstGeom prst="ellips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540FCB8-C8B0-46DE-B94C-B2430C163AD6}">
      <dsp:nvSpPr>
        <dsp:cNvPr id="0" name=""/>
        <dsp:cNvSpPr/>
      </dsp:nvSpPr>
      <dsp:spPr>
        <a:xfrm>
          <a:off x="6955435" y="1250402"/>
          <a:ext cx="630000" cy="630000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0D579A4-5589-4B79-A1CE-F85AE113B0AA}">
      <dsp:nvSpPr>
        <dsp:cNvPr id="0" name=""/>
        <dsp:cNvSpPr/>
      </dsp:nvSpPr>
      <dsp:spPr>
        <a:xfrm>
          <a:off x="6370435" y="2456402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200" kern="1200"/>
            <a:t>• Designing for API failure increases system reliability</a:t>
          </a:r>
        </a:p>
      </dsp:txBody>
      <dsp:txXfrm>
        <a:off x="6370435" y="2456402"/>
        <a:ext cx="1800000" cy="72000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6/7/layout/RepeatingBendingProcessNew">
  <dgm:title val="Repeating Bending Process New"/>
  <dgm:desc val=""/>
  <dgm:catLst>
    <dgm:cat type="process" pri="5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axis="self" func="var" arg="dir" op="equ" val="norm">
        <dgm:alg type="snake">
          <dgm:param type="grDir" val="tL"/>
          <dgm:param type="flowDir" val="row"/>
          <dgm:param type="contDir" val="sameDir"/>
          <dgm:param type="bkpt" val="endCnv"/>
        </dgm:alg>
      </dgm:if>
      <dgm:else name="Name3">
        <dgm:alg type="snake">
          <dgm:param type="grDir" val="tR"/>
          <dgm:param type="flowDir" val="row"/>
          <dgm:param type="contDir" val="sameDir"/>
          <dgm:param type="bkpt" val="endCnv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forName="sibTrans" refType="w" refFor="ch" refPtType="node" op="equ" fact="0.23"/>
      <dgm:constr type="sp" refType="w" refFor="ch" refForName="sibTrans" op="equ"/>
      <dgm:constr type="userB" for="des" forName="connectorText" refType="sp"/>
      <dgm:constr type="primFontSz" for="ch" ptType="node" op="equ" val="65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h" refType="w" fact="0.6"/>
          <dgm:constr type="tMarg" refType="h" fact="0.243"/>
          <dgm:constr type="bMarg" refType="h" fact="0.243"/>
          <dgm:constr type="lMarg" refType="w" fact="0.1389"/>
          <dgm:constr type="rMarg" refType="w" fact="0.1389"/>
        </dgm:constrLst>
        <dgm:ruleLst>
          <dgm:rule type="primFontSz" val="12" fact="NaN" max="NaN"/>
        </dgm:ruleLst>
      </dgm:layoutNode>
      <dgm:forEach name="sibTransForEach" axis="followSib" ptType="sibTrans" cnt="1">
        <dgm:layoutNode name="sibTrans">
          <dgm:choose name="Name4">
            <dgm:if name="Name5" axis="self" func="var" arg="dir" op="equ" val="norm">
              <dgm:alg type="conn">
                <dgm:param type="connRout" val="bend"/>
                <dgm:param type="dim" val="1D"/>
                <dgm:param type="begPts" val="midR bCtr"/>
                <dgm:param type="endPts" val="midL tCtr"/>
              </dgm:alg>
            </dgm:if>
            <dgm:else name="Name6">
              <dgm:alg type="conn">
                <dgm:param type="connRout" val="bend"/>
                <dgm:param type="dim" val="1D"/>
                <dgm:param type="begPts" val="midL bCtr"/>
                <dgm:param type="endPts" val="midR tCtr"/>
              </dgm:alg>
            </dgm:else>
          </dgm:choose>
          <dgm:shape xmlns:r="http://schemas.openxmlformats.org/officeDocument/2006/relationships" type="conn" r:blip="" zOrderOff="-2">
            <dgm:adjLst/>
          </dgm:shape>
          <dgm:presOf axis="self"/>
          <dgm:constrLst>
            <dgm:constr type="begPad" val="-0.05"/>
            <dgm:constr type="endPad" val="0.9"/>
            <dgm:constr type="userA" for="ch" refType="connDist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userA"/>
              <dgm:constr type="userB"/>
              <dgm:constr type="w" refType="userA" fact="0.05"/>
              <dgm:constr type="h" refType="userB" fact="0.01"/>
              <dgm:constr type="lMarg" val="1"/>
              <dgm:constr type="rMarg" val="1"/>
              <dgm:constr type="tMarg"/>
              <dgm:constr type="bMarg"/>
            </dgm:constrLst>
            <dgm:ruleLst>
              <dgm:rule type="w" val="NaN" fact="0.6" max="NaN"/>
              <dgm:rule type="h" val="NaN" fact="0.6" max="NaN"/>
              <dgm:rule type="primFontSz" val="5" fact="NaN" max="NaN"/>
            </dgm:ruleLst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6/7/layout/RepeatingBendingProcessNew">
  <dgm:title val="Repeating Bending Process New"/>
  <dgm:desc val=""/>
  <dgm:catLst>
    <dgm:cat type="process" pri="5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axis="self" func="var" arg="dir" op="equ" val="norm">
        <dgm:alg type="snake">
          <dgm:param type="grDir" val="tL"/>
          <dgm:param type="flowDir" val="row"/>
          <dgm:param type="contDir" val="sameDir"/>
          <dgm:param type="bkpt" val="endCnv"/>
        </dgm:alg>
      </dgm:if>
      <dgm:else name="Name3">
        <dgm:alg type="snake">
          <dgm:param type="grDir" val="tR"/>
          <dgm:param type="flowDir" val="row"/>
          <dgm:param type="contDir" val="sameDir"/>
          <dgm:param type="bkpt" val="endCnv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forName="sibTrans" refType="w" refFor="ch" refPtType="node" op="equ" fact="0.23"/>
      <dgm:constr type="sp" refType="w" refFor="ch" refForName="sibTrans" op="equ"/>
      <dgm:constr type="userB" for="des" forName="connectorText" refType="sp"/>
      <dgm:constr type="primFontSz" for="ch" ptType="node" op="equ" val="65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h" refType="w" fact="0.6"/>
          <dgm:constr type="tMarg" refType="h" fact="0.243"/>
          <dgm:constr type="bMarg" refType="h" fact="0.243"/>
          <dgm:constr type="lMarg" refType="w" fact="0.1389"/>
          <dgm:constr type="rMarg" refType="w" fact="0.1389"/>
        </dgm:constrLst>
        <dgm:ruleLst>
          <dgm:rule type="primFontSz" val="12" fact="NaN" max="NaN"/>
        </dgm:ruleLst>
      </dgm:layoutNode>
      <dgm:forEach name="sibTransForEach" axis="followSib" ptType="sibTrans" cnt="1">
        <dgm:layoutNode name="sibTrans">
          <dgm:choose name="Name4">
            <dgm:if name="Name5" axis="self" func="var" arg="dir" op="equ" val="norm">
              <dgm:alg type="conn">
                <dgm:param type="connRout" val="bend"/>
                <dgm:param type="dim" val="1D"/>
                <dgm:param type="begPts" val="midR bCtr"/>
                <dgm:param type="endPts" val="midL tCtr"/>
              </dgm:alg>
            </dgm:if>
            <dgm:else name="Name6">
              <dgm:alg type="conn">
                <dgm:param type="connRout" val="bend"/>
                <dgm:param type="dim" val="1D"/>
                <dgm:param type="begPts" val="midL bCtr"/>
                <dgm:param type="endPts" val="midR tCtr"/>
              </dgm:alg>
            </dgm:else>
          </dgm:choose>
          <dgm:shape xmlns:r="http://schemas.openxmlformats.org/officeDocument/2006/relationships" type="conn" r:blip="" zOrderOff="-2">
            <dgm:adjLst/>
          </dgm:shape>
          <dgm:presOf axis="self"/>
          <dgm:constrLst>
            <dgm:constr type="begPad" val="-0.05"/>
            <dgm:constr type="endPad" val="0.9"/>
            <dgm:constr type="userA" for="ch" refType="connDist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userA"/>
              <dgm:constr type="userB"/>
              <dgm:constr type="w" refType="userA" fact="0.05"/>
              <dgm:constr type="h" refType="userB" fact="0.01"/>
              <dgm:constr type="lMarg" val="1"/>
              <dgm:constr type="rMarg" val="1"/>
              <dgm:constr type="tMarg"/>
              <dgm:constr type="bMarg"/>
            </dgm:constrLst>
            <dgm:ruleLst>
              <dgm:rule type="w" val="NaN" fact="0.6" max="NaN"/>
              <dgm:rule type="h" val="NaN" fact="0.6" max="NaN"/>
              <dgm:rule type="primFontSz" val="5" fact="NaN" max="NaN"/>
            </dgm:ruleLst>
          </dgm:layoutNode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8/2/layout/IconCircleList">
  <dgm:title val="Icon Circle List"/>
  <dgm:desc val="Use to show non-sequential or grouped chunks of information accompanied by related visuals. Circular shapes can hold an icon or small picture and corresponding text box shows Level 1 text. Works best for icons or small pictures with medium-length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alg type="sp"/>
    <dgm:shape xmlns:r="http://schemas.openxmlformats.org/officeDocument/2006/relationships" r:blip="">
      <dgm:adjLst/>
    </dgm:shape>
    <dgm:presOf/>
    <dgm:choose name="Name0">
      <dgm:if name="Name1" axis="ch" ptType="node" func="cnt" op="lte" val="3">
        <dgm:constrLst>
          <dgm:constr type="w" for="ch" forName="container" refType="w"/>
          <dgm:constr type="h" for="ch" forName="container" refType="h" fact="0.4"/>
        </dgm:constrLst>
      </dgm:if>
      <dgm:else name="Name2">
        <dgm:constrLst>
          <dgm:constr type="w" for="ch" forName="container" refType="w"/>
          <dgm:constr type="h" for="ch" forName="container" refType="h"/>
        </dgm:constrLst>
      </dgm:else>
    </dgm:choose>
    <dgm:ruleLst>
      <dgm:rule type="h" for="ch" forName="container" val="INF" fact="NaN" max="NaN"/>
    </dgm:ruleLst>
    <dgm:layoutNode name="container">
      <dgm:varLst>
        <dgm:dir/>
        <dgm:resizeHandles val="exact"/>
      </dgm:varLst>
      <dgm:choose name="Name3">
        <dgm:if name="Name4" axis="self" func="var" arg="dir" op="equ" val="norm">
          <dgm:alg type="snake">
            <dgm:param type="grDir" val="tL"/>
            <dgm:param type="flowDir" val="row"/>
            <dgm:param type="contDir" val="sameDir"/>
          </dgm:alg>
        </dgm:if>
        <dgm:else name="Name5">
          <dgm:alg type="snake">
            <dgm:param type="grDir" val="tR"/>
            <dgm:param type="flowDir" val="row"/>
            <dgm:param type="contDir" val="sameDi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Node" refType="w"/>
        <dgm:constr type="h" for="ch" forName="compNode" refType="w" fact="0.28"/>
        <dgm:constr type="w" for="ch" forName="sibTrans" refType="w" refFor="ch" refForName="compNode" fact="0.115"/>
        <dgm:constr type="sp" refType="h" op="equ" fact="0.17"/>
        <dgm:constr type="primFontSz" for="des" ptType="node" op="equ" val="24"/>
        <dgm:constr type="h" for="des" forName="compNode" op="equ"/>
        <dgm:constr type="h" for="des" forName="iconBgRect" op="equ"/>
      </dgm:constrLst>
      <dgm:ruleLst>
        <dgm:rule type="w" for="ch" forName="compNode" val="60" fact="NaN" max="NaN"/>
      </dgm:ruleLst>
      <dgm:forEach name="Name6" axis="ch" ptType="node">
        <dgm:layoutNode name="compNode">
          <dgm:alg type="composite"/>
          <dgm:shape xmlns:r="http://schemas.openxmlformats.org/officeDocument/2006/relationships" r:blip="">
            <dgm:adjLst/>
          </dgm:shape>
          <dgm:presOf axis="self"/>
          <dgm:constrLst>
            <dgm:constr type="w" for="ch" forName="iconBgRect" refType="w" fact="0.28"/>
            <dgm:constr type="h" for="ch" forName="iconBgRect" refType="w" refFor="ch" refForName="iconBgRect"/>
            <dgm:constr type="t" for="ch" forName="iconBgRect"/>
            <dgm:constr type="l" for="ch" forName="iconBgRect"/>
            <dgm:constr type="w" for="ch" forName="iconRect" refType="w" refFor="ch" refForName="iconBgRect" fact="0.58"/>
            <dgm:constr type="h" for="ch" forName="iconRect" refType="w" refFor="ch" refForName="iconRect"/>
            <dgm:constr type="ctrX" for="ch" forName="iconRect" refType="ctrX" refFor="ch" refForName="iconBgRect"/>
            <dgm:constr type="ctrY" for="ch" forName="iconRect" refType="ctrY" refFor="ch" refForName="iconBgRect"/>
            <dgm:constr type="w" for="ch" forName="spaceRect" refType="w" fact="0.06"/>
            <dgm:constr type="h" for="ch" forName="spaceRect" refType="h" refFor="ch" refForName="iconBgRect"/>
            <dgm:constr type="t" for="ch" forName="spaceRect" refType="t" refFor="ch" refForName="iconBgRect"/>
            <dgm:constr type="l" for="ch" forName="spaceRect" refType="r" refFor="ch" refForName="iconBgRect"/>
            <dgm:constr type="h" for="ch" forName="textRect" refType="h" refFor="ch" refForName="iconBgRect"/>
            <dgm:constr type="t" for="ch" forName="textRect" refType="t" refFor="ch" refForName="iconBgRect"/>
            <dgm:constr type="l" for="ch" forName="textRect" refType="r" refFor="ch" refForName="spaceRect"/>
          </dgm:constrLst>
          <dgm:ruleLst/>
          <dgm:layoutNode name="iconBgRect" styleLbl="bgShp">
            <dgm:alg type="sp"/>
            <dgm:shape xmlns:r="http://schemas.openxmlformats.org/officeDocument/2006/relationships" type="ellipse" r:blip="">
              <dgm:adjLst/>
            </dgm:shape>
            <dgm:presOf/>
            <dgm:constrLst/>
            <dgm:ruleLst/>
          </dgm:layoutNode>
          <dgm:layoutNode name="iconRect" styleLbl="node1">
            <dgm:alg type="sp"/>
            <dgm:shape xmlns:r="http://schemas.openxmlformats.org/officeDocument/2006/relationships" type="rect" r:blip="" blipPhldr="1">
              <dgm:adjLst/>
            </dgm:shape>
            <dgm:presOf/>
            <dgm:constrLst/>
            <dgm:ruleLst/>
          </dgm:layoutNode>
          <dgm:layoutNode name="spaceRect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textRect" styleLbl="revTx">
            <dgm:varLst>
              <dgm:chMax val="1"/>
              <dgm:chPref val="1"/>
            </dgm:varLst>
            <dgm:choose name="Name7">
              <dgm:if name="Name8" func="var" arg="dir" op="equ" val="norm">
                <dgm:alg type="tx">
                  <dgm:param type="txAnchorVert" val="mid"/>
                  <dgm:param type="parTxLTRAlign" val="l"/>
                  <dgm:param type="shpTxLTRAlignCh" val="l"/>
                  <dgm:param type="parTxRTLAlign" val="l"/>
                  <dgm:param type="shpTxRTLAlignCh" val="l"/>
                </dgm:alg>
              </dgm:if>
              <dgm:else name="Name9">
                <dgm:alg type="tx">
                  <dgm:param type="txAnchorVert" val="mid"/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self" ptType="node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11" fact="NaN" max="NaN"/>
            </dgm:ruleLst>
          </dgm:layoutNode>
        </dgm:layoutNode>
        <dgm:forEach name="Name10" axis="followSib" ptType="sibTrans" cnt="1">
          <dgm:layoutNode name="sibTrans">
            <dgm:alg type="sp"/>
            <dgm:shape xmlns:r="http://schemas.openxmlformats.org/officeDocument/2006/relationships" type="rect" r:blip="" hideGeom="1">
              <dgm:adjLst/>
            </dgm:shape>
            <dgm:presOf axis="self"/>
            <dgm:constrLst/>
            <dgm:ruleLst/>
          </dgm:layoutNode>
        </dgm:forEach>
      </dgm:forEach>
    </dgm:layoutNode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18/2/layout/IconCircleList">
  <dgm:title val="Icon Circle List"/>
  <dgm:desc val="Use to show non-sequential or grouped chunks of information accompanied by related visuals. Circular shapes can hold an icon or small picture and corresponding text box shows Level 1 text. Works best for icons or small pictures with medium-length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alg type="sp"/>
    <dgm:shape xmlns:r="http://schemas.openxmlformats.org/officeDocument/2006/relationships" r:blip="">
      <dgm:adjLst/>
    </dgm:shape>
    <dgm:presOf/>
    <dgm:choose name="Name0">
      <dgm:if name="Name1" axis="ch" ptType="node" func="cnt" op="lte" val="3">
        <dgm:constrLst>
          <dgm:constr type="w" for="ch" forName="container" refType="w"/>
          <dgm:constr type="h" for="ch" forName="container" refType="h" fact="0.4"/>
        </dgm:constrLst>
      </dgm:if>
      <dgm:else name="Name2">
        <dgm:constrLst>
          <dgm:constr type="w" for="ch" forName="container" refType="w"/>
          <dgm:constr type="h" for="ch" forName="container" refType="h"/>
        </dgm:constrLst>
      </dgm:else>
    </dgm:choose>
    <dgm:ruleLst>
      <dgm:rule type="h" for="ch" forName="container" val="INF" fact="NaN" max="NaN"/>
    </dgm:ruleLst>
    <dgm:layoutNode name="container">
      <dgm:varLst>
        <dgm:dir/>
        <dgm:resizeHandles val="exact"/>
      </dgm:varLst>
      <dgm:choose name="Name3">
        <dgm:if name="Name4" axis="self" func="var" arg="dir" op="equ" val="norm">
          <dgm:alg type="snake">
            <dgm:param type="grDir" val="tL"/>
            <dgm:param type="flowDir" val="row"/>
            <dgm:param type="contDir" val="sameDir"/>
          </dgm:alg>
        </dgm:if>
        <dgm:else name="Name5">
          <dgm:alg type="snake">
            <dgm:param type="grDir" val="tR"/>
            <dgm:param type="flowDir" val="row"/>
            <dgm:param type="contDir" val="sameDi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Node" refType="w"/>
        <dgm:constr type="h" for="ch" forName="compNode" refType="w" fact="0.28"/>
        <dgm:constr type="w" for="ch" forName="sibTrans" refType="w" refFor="ch" refForName="compNode" fact="0.115"/>
        <dgm:constr type="sp" refType="h" op="equ" fact="0.17"/>
        <dgm:constr type="primFontSz" for="des" ptType="node" op="equ" val="24"/>
        <dgm:constr type="h" for="des" forName="compNode" op="equ"/>
        <dgm:constr type="h" for="des" forName="iconBgRect" op="equ"/>
      </dgm:constrLst>
      <dgm:ruleLst>
        <dgm:rule type="w" for="ch" forName="compNode" val="60" fact="NaN" max="NaN"/>
      </dgm:ruleLst>
      <dgm:forEach name="Name6" axis="ch" ptType="node">
        <dgm:layoutNode name="compNode">
          <dgm:alg type="composite"/>
          <dgm:shape xmlns:r="http://schemas.openxmlformats.org/officeDocument/2006/relationships" r:blip="">
            <dgm:adjLst/>
          </dgm:shape>
          <dgm:presOf axis="self"/>
          <dgm:constrLst>
            <dgm:constr type="w" for="ch" forName="iconBgRect" refType="w" fact="0.28"/>
            <dgm:constr type="h" for="ch" forName="iconBgRect" refType="w" refFor="ch" refForName="iconBgRect"/>
            <dgm:constr type="t" for="ch" forName="iconBgRect"/>
            <dgm:constr type="l" for="ch" forName="iconBgRect"/>
            <dgm:constr type="w" for="ch" forName="iconRect" refType="w" refFor="ch" refForName="iconBgRect" fact="0.58"/>
            <dgm:constr type="h" for="ch" forName="iconRect" refType="w" refFor="ch" refForName="iconRect"/>
            <dgm:constr type="ctrX" for="ch" forName="iconRect" refType="ctrX" refFor="ch" refForName="iconBgRect"/>
            <dgm:constr type="ctrY" for="ch" forName="iconRect" refType="ctrY" refFor="ch" refForName="iconBgRect"/>
            <dgm:constr type="w" for="ch" forName="spaceRect" refType="w" fact="0.06"/>
            <dgm:constr type="h" for="ch" forName="spaceRect" refType="h" refFor="ch" refForName="iconBgRect"/>
            <dgm:constr type="t" for="ch" forName="spaceRect" refType="t" refFor="ch" refForName="iconBgRect"/>
            <dgm:constr type="l" for="ch" forName="spaceRect" refType="r" refFor="ch" refForName="iconBgRect"/>
            <dgm:constr type="h" for="ch" forName="textRect" refType="h" refFor="ch" refForName="iconBgRect"/>
            <dgm:constr type="t" for="ch" forName="textRect" refType="t" refFor="ch" refForName="iconBgRect"/>
            <dgm:constr type="l" for="ch" forName="textRect" refType="r" refFor="ch" refForName="spaceRect"/>
          </dgm:constrLst>
          <dgm:ruleLst/>
          <dgm:layoutNode name="iconBgRect" styleLbl="bgShp">
            <dgm:alg type="sp"/>
            <dgm:shape xmlns:r="http://schemas.openxmlformats.org/officeDocument/2006/relationships" type="ellipse" r:blip="">
              <dgm:adjLst/>
            </dgm:shape>
            <dgm:presOf/>
            <dgm:constrLst/>
            <dgm:ruleLst/>
          </dgm:layoutNode>
          <dgm:layoutNode name="iconRect" styleLbl="node1">
            <dgm:alg type="sp"/>
            <dgm:shape xmlns:r="http://schemas.openxmlformats.org/officeDocument/2006/relationships" type="rect" r:blip="" blipPhldr="1">
              <dgm:adjLst/>
            </dgm:shape>
            <dgm:presOf/>
            <dgm:constrLst/>
            <dgm:ruleLst/>
          </dgm:layoutNode>
          <dgm:layoutNode name="spaceRect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textRect" styleLbl="revTx">
            <dgm:varLst>
              <dgm:chMax val="1"/>
              <dgm:chPref val="1"/>
            </dgm:varLst>
            <dgm:choose name="Name7">
              <dgm:if name="Name8" func="var" arg="dir" op="equ" val="norm">
                <dgm:alg type="tx">
                  <dgm:param type="txAnchorVert" val="mid"/>
                  <dgm:param type="parTxLTRAlign" val="l"/>
                  <dgm:param type="shpTxLTRAlignCh" val="l"/>
                  <dgm:param type="parTxRTLAlign" val="l"/>
                  <dgm:param type="shpTxRTLAlignCh" val="l"/>
                </dgm:alg>
              </dgm:if>
              <dgm:else name="Name9">
                <dgm:alg type="tx">
                  <dgm:param type="txAnchorVert" val="mid"/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self" ptType="node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11" fact="NaN" max="NaN"/>
            </dgm:ruleLst>
          </dgm:layoutNode>
        </dgm:layoutNode>
        <dgm:forEach name="Name10" axis="followSib" ptType="sibTrans" cnt="1">
          <dgm:layoutNode name="sibTrans">
            <dgm:alg type="sp"/>
            <dgm:shape xmlns:r="http://schemas.openxmlformats.org/officeDocument/2006/relationships" type="rect" r:blip="" hideGeom="1">
              <dgm:adjLst/>
            </dgm:shape>
            <dgm:presOf axis="self"/>
            <dgm:constrLst/>
            <dgm:ruleLst/>
          </dgm:layoutNode>
        </dgm:forEach>
      </dgm:forEach>
    </dgm:layoutNode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18/2/layout/IconCircleList">
  <dgm:title val="Icon Circle List"/>
  <dgm:desc val="Use to show non-sequential or grouped chunks of information accompanied by related visuals. Circular shapes can hold an icon or small picture and corresponding text box shows Level 1 text. Works best for icons or small pictures with medium-length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alg type="sp"/>
    <dgm:shape xmlns:r="http://schemas.openxmlformats.org/officeDocument/2006/relationships" r:blip="">
      <dgm:adjLst/>
    </dgm:shape>
    <dgm:presOf/>
    <dgm:choose name="Name0">
      <dgm:if name="Name1" axis="ch" ptType="node" func="cnt" op="lte" val="3">
        <dgm:constrLst>
          <dgm:constr type="w" for="ch" forName="container" refType="w"/>
          <dgm:constr type="h" for="ch" forName="container" refType="h" fact="0.4"/>
        </dgm:constrLst>
      </dgm:if>
      <dgm:else name="Name2">
        <dgm:constrLst>
          <dgm:constr type="w" for="ch" forName="container" refType="w"/>
          <dgm:constr type="h" for="ch" forName="container" refType="h"/>
        </dgm:constrLst>
      </dgm:else>
    </dgm:choose>
    <dgm:ruleLst>
      <dgm:rule type="h" for="ch" forName="container" val="INF" fact="NaN" max="NaN"/>
    </dgm:ruleLst>
    <dgm:layoutNode name="container">
      <dgm:varLst>
        <dgm:dir/>
        <dgm:resizeHandles val="exact"/>
      </dgm:varLst>
      <dgm:choose name="Name3">
        <dgm:if name="Name4" axis="self" func="var" arg="dir" op="equ" val="norm">
          <dgm:alg type="snake">
            <dgm:param type="grDir" val="tL"/>
            <dgm:param type="flowDir" val="row"/>
            <dgm:param type="contDir" val="sameDir"/>
          </dgm:alg>
        </dgm:if>
        <dgm:else name="Name5">
          <dgm:alg type="snake">
            <dgm:param type="grDir" val="tR"/>
            <dgm:param type="flowDir" val="row"/>
            <dgm:param type="contDir" val="sameDi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Node" refType="w"/>
        <dgm:constr type="h" for="ch" forName="compNode" refType="w" fact="0.28"/>
        <dgm:constr type="w" for="ch" forName="sibTrans" refType="w" refFor="ch" refForName="compNode" fact="0.115"/>
        <dgm:constr type="sp" refType="h" op="equ" fact="0.17"/>
        <dgm:constr type="primFontSz" for="des" ptType="node" op="equ" val="24"/>
        <dgm:constr type="h" for="des" forName="compNode" op="equ"/>
        <dgm:constr type="h" for="des" forName="iconBgRect" op="equ"/>
      </dgm:constrLst>
      <dgm:ruleLst>
        <dgm:rule type="w" for="ch" forName="compNode" val="60" fact="NaN" max="NaN"/>
      </dgm:ruleLst>
      <dgm:forEach name="Name6" axis="ch" ptType="node">
        <dgm:layoutNode name="compNode">
          <dgm:alg type="composite"/>
          <dgm:shape xmlns:r="http://schemas.openxmlformats.org/officeDocument/2006/relationships" r:blip="">
            <dgm:adjLst/>
          </dgm:shape>
          <dgm:presOf axis="self"/>
          <dgm:constrLst>
            <dgm:constr type="w" for="ch" forName="iconBgRect" refType="w" fact="0.28"/>
            <dgm:constr type="h" for="ch" forName="iconBgRect" refType="w" refFor="ch" refForName="iconBgRect"/>
            <dgm:constr type="t" for="ch" forName="iconBgRect"/>
            <dgm:constr type="l" for="ch" forName="iconBgRect"/>
            <dgm:constr type="w" for="ch" forName="iconRect" refType="w" refFor="ch" refForName="iconBgRect" fact="0.58"/>
            <dgm:constr type="h" for="ch" forName="iconRect" refType="w" refFor="ch" refForName="iconRect"/>
            <dgm:constr type="ctrX" for="ch" forName="iconRect" refType="ctrX" refFor="ch" refForName="iconBgRect"/>
            <dgm:constr type="ctrY" for="ch" forName="iconRect" refType="ctrY" refFor="ch" refForName="iconBgRect"/>
            <dgm:constr type="w" for="ch" forName="spaceRect" refType="w" fact="0.06"/>
            <dgm:constr type="h" for="ch" forName="spaceRect" refType="h" refFor="ch" refForName="iconBgRect"/>
            <dgm:constr type="t" for="ch" forName="spaceRect" refType="t" refFor="ch" refForName="iconBgRect"/>
            <dgm:constr type="l" for="ch" forName="spaceRect" refType="r" refFor="ch" refForName="iconBgRect"/>
            <dgm:constr type="h" for="ch" forName="textRect" refType="h" refFor="ch" refForName="iconBgRect"/>
            <dgm:constr type="t" for="ch" forName="textRect" refType="t" refFor="ch" refForName="iconBgRect"/>
            <dgm:constr type="l" for="ch" forName="textRect" refType="r" refFor="ch" refForName="spaceRect"/>
          </dgm:constrLst>
          <dgm:ruleLst/>
          <dgm:layoutNode name="iconBgRect" styleLbl="bgShp">
            <dgm:alg type="sp"/>
            <dgm:shape xmlns:r="http://schemas.openxmlformats.org/officeDocument/2006/relationships" type="ellipse" r:blip="">
              <dgm:adjLst/>
            </dgm:shape>
            <dgm:presOf/>
            <dgm:constrLst/>
            <dgm:ruleLst/>
          </dgm:layoutNode>
          <dgm:layoutNode name="iconRect" styleLbl="node1">
            <dgm:alg type="sp"/>
            <dgm:shape xmlns:r="http://schemas.openxmlformats.org/officeDocument/2006/relationships" type="rect" r:blip="" blipPhldr="1">
              <dgm:adjLst/>
            </dgm:shape>
            <dgm:presOf/>
            <dgm:constrLst/>
            <dgm:ruleLst/>
          </dgm:layoutNode>
          <dgm:layoutNode name="spaceRect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textRect" styleLbl="revTx">
            <dgm:varLst>
              <dgm:chMax val="1"/>
              <dgm:chPref val="1"/>
            </dgm:varLst>
            <dgm:choose name="Name7">
              <dgm:if name="Name8" func="var" arg="dir" op="equ" val="norm">
                <dgm:alg type="tx">
                  <dgm:param type="txAnchorVert" val="mid"/>
                  <dgm:param type="parTxLTRAlign" val="l"/>
                  <dgm:param type="shpTxLTRAlignCh" val="l"/>
                  <dgm:param type="parTxRTLAlign" val="l"/>
                  <dgm:param type="shpTxRTLAlignCh" val="l"/>
                </dgm:alg>
              </dgm:if>
              <dgm:else name="Name9">
                <dgm:alg type="tx">
                  <dgm:param type="txAnchorVert" val="mid"/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self" ptType="node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11" fact="NaN" max="NaN"/>
            </dgm:ruleLst>
          </dgm:layoutNode>
        </dgm:layoutNode>
        <dgm:forEach name="Name10" axis="followSib" ptType="sibTrans" cnt="1">
          <dgm:layoutNode name="sibTrans">
            <dgm:alg type="sp"/>
            <dgm:shape xmlns:r="http://schemas.openxmlformats.org/officeDocument/2006/relationships" type="rect" r:blip="" hideGeom="1">
              <dgm:adjLst/>
            </dgm:shape>
            <dgm:presOf axis="self"/>
            <dgm:constrLst/>
            <dgm:ruleLst/>
          </dgm:layoutNode>
        </dgm:forEach>
      </dgm:forEach>
    </dgm:layoutNode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matrix3">
  <dgm:title val=""/>
  <dgm:desc val=""/>
  <dgm:catLst>
    <dgm:cat type="matrix" pri="1000"/>
    <dgm:cat type="convert" pri="18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0" destOrd="0"/>
        <dgm:cxn modelId="8" srcId="0" destId="4" srcOrd="1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matrix">
    <dgm:varLst>
      <dgm:chMax val="1"/>
      <dgm:dir/>
      <dgm:resizeHandles val="exact"/>
    </dgm:varLst>
    <dgm:alg type="composite">
      <dgm:param type="ar" val="1"/>
    </dgm:alg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29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71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29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71"/>
          <dgm:constr type="ctrY" for="ch" forName="quad4" refType="h" fact="0.71"/>
          <dgm:constr type="primFontSz" for="des" ptType="node" op="equ" val="65"/>
        </dgm:constrLst>
      </dgm:if>
      <dgm:else name="Name2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71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29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71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29"/>
          <dgm:constr type="ctrY" for="ch" forName="quad4" refType="h" fact="0.71"/>
          <dgm:constr type="primFontSz" for="des" ptType="node" op="equ" val="65"/>
        </dgm:constrLst>
      </dgm:else>
    </dgm:choose>
    <dgm:ruleLst/>
    <dgm:choose name="Name3">
      <dgm:if name="Name4" axis="ch" ptType="node" func="cnt" op="gte" val="1">
        <dgm:layoutNode name="diamond" styleLbl="bgShp">
          <dgm:alg type="sp"/>
          <dgm:shape xmlns:r="http://schemas.openxmlformats.org/officeDocument/2006/relationships" type="diamond" r:blip="">
            <dgm:adjLst/>
          </dgm:shape>
          <dgm:presOf/>
          <dgm:constrLst>
            <dgm:constr type="w" refType="h" op="equ"/>
          </dgm:constrLst>
          <dgm:ruleLst/>
        </dgm:layoutNode>
        <dgm:layoutNode name="quad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1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2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2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3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3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4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4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</dgm:if>
      <dgm:else name="Name5"/>
    </dgm:choose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11/20/25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11/20/25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11/20/25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11/20/25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11/20/25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11/20/25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11/20/25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11/20/25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11/20/25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11/20/25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11/20/25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11/20/25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jpg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7.xml"/><Relationship Id="rId2" Type="http://schemas.openxmlformats.org/officeDocument/2006/relationships/diagramData" Target="../diagrams/data7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7.xml"/><Relationship Id="rId5" Type="http://schemas.openxmlformats.org/officeDocument/2006/relationships/diagramColors" Target="../diagrams/colors7.xml"/><Relationship Id="rId4" Type="http://schemas.openxmlformats.org/officeDocument/2006/relationships/diagramQuickStyle" Target="../diagrams/quickStyle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8.xml"/><Relationship Id="rId2" Type="http://schemas.openxmlformats.org/officeDocument/2006/relationships/diagramData" Target="../diagrams/data8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8.xml"/><Relationship Id="rId5" Type="http://schemas.openxmlformats.org/officeDocument/2006/relationships/diagramColors" Target="../diagrams/colors8.xml"/><Relationship Id="rId4" Type="http://schemas.openxmlformats.org/officeDocument/2006/relationships/diagramQuickStyle" Target="../diagrams/quickStyle8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9.xml"/><Relationship Id="rId2" Type="http://schemas.openxmlformats.org/officeDocument/2006/relationships/diagramData" Target="../diagrams/data9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9.xml"/><Relationship Id="rId5" Type="http://schemas.openxmlformats.org/officeDocument/2006/relationships/diagramColors" Target="../diagrams/colors9.xml"/><Relationship Id="rId4" Type="http://schemas.openxmlformats.org/officeDocument/2006/relationships/diagramQuickStyle" Target="../diagrams/quickStyl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9B7AD9F6-8CE7-4299-8FC6-328F4DCD3F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973321" y="640080"/>
            <a:ext cx="4688333" cy="3566160"/>
          </a:xfrm>
        </p:spPr>
        <p:txBody>
          <a:bodyPr anchor="b">
            <a:normAutofit/>
          </a:bodyPr>
          <a:lstStyle/>
          <a:p>
            <a:pPr algn="l"/>
            <a:r>
              <a:rPr lang="en-US" sz="4700"/>
              <a:t>Paldea Finance Tracker</a:t>
            </a:r>
          </a:p>
          <a:p>
            <a:pPr algn="l"/>
            <a:r>
              <a:rPr lang="en-US" sz="4700"/>
              <a:t>Milestone 2.0 Final Presentation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973320" y="4636008"/>
            <a:ext cx="4688333" cy="1572768"/>
          </a:xfrm>
        </p:spPr>
        <p:txBody>
          <a:bodyPr>
            <a:normAutofit/>
          </a:bodyPr>
          <a:lstStyle/>
          <a:p>
            <a:pPr algn="l">
              <a:lnSpc>
                <a:spcPct val="90000"/>
              </a:lnSpc>
            </a:pPr>
            <a:r>
              <a:rPr lang="en-US" sz="1500"/>
              <a:t>IST 303 – Fall 2025</a:t>
            </a:r>
          </a:p>
          <a:p>
            <a:pPr algn="l">
              <a:lnSpc>
                <a:spcPct val="90000"/>
              </a:lnSpc>
            </a:pPr>
            <a:endParaRPr lang="en-US" sz="1500"/>
          </a:p>
          <a:p>
            <a:pPr algn="l">
              <a:lnSpc>
                <a:spcPct val="90000"/>
              </a:lnSpc>
            </a:pPr>
            <a:r>
              <a:rPr lang="en-US" sz="1500"/>
              <a:t>Team </a:t>
            </a:r>
            <a:r>
              <a:rPr lang="en-US" sz="1500" err="1"/>
              <a:t>Paldea</a:t>
            </a:r>
            <a:r>
              <a:rPr lang="en-US" sz="1500"/>
              <a:t>:</a:t>
            </a:r>
          </a:p>
          <a:p>
            <a:pPr algn="l">
              <a:lnSpc>
                <a:spcPct val="90000"/>
              </a:lnSpc>
            </a:pPr>
            <a:r>
              <a:rPr lang="en-US" sz="1500"/>
              <a:t>Qiao Huang, Samantha Aguirre, </a:t>
            </a:r>
            <a:r>
              <a:rPr lang="en-US" sz="1500" err="1"/>
              <a:t>Gerves</a:t>
            </a:r>
            <a:r>
              <a:rPr lang="en-US" sz="1500"/>
              <a:t> F. </a:t>
            </a:r>
            <a:r>
              <a:rPr lang="en-US" sz="1500" err="1"/>
              <a:t>Baniakina</a:t>
            </a:r>
            <a:r>
              <a:rPr lang="en-US" sz="1500"/>
              <a:t>,</a:t>
            </a:r>
          </a:p>
          <a:p>
            <a:pPr algn="l">
              <a:lnSpc>
                <a:spcPct val="90000"/>
              </a:lnSpc>
            </a:pPr>
            <a:r>
              <a:rPr lang="en-US" sz="1500"/>
              <a:t>Rachan </a:t>
            </a:r>
            <a:r>
              <a:rPr lang="en-US" sz="1500" err="1"/>
              <a:t>Sailamai</a:t>
            </a:r>
            <a:r>
              <a:rPr lang="en-US" sz="1500"/>
              <a:t>, Manish Shrivastav</a:t>
            </a:r>
          </a:p>
        </p:txBody>
      </p:sp>
      <p:pic>
        <p:nvPicPr>
          <p:cNvPr id="5" name="Picture 4" descr="Financial graphs on a dark display">
            <a:extLst>
              <a:ext uri="{FF2B5EF4-FFF2-40B4-BE49-F238E27FC236}">
                <a16:creationId xmlns:a16="http://schemas.microsoft.com/office/drawing/2014/main" id="{DB783B67-8ADC-68FE-06DA-973C5640B06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1179" r="36988"/>
          <a:stretch>
            <a:fillRect/>
          </a:stretch>
        </p:blipFill>
        <p:spPr>
          <a:xfrm>
            <a:off x="20" y="10"/>
            <a:ext cx="3492988" cy="6857990"/>
          </a:xfrm>
          <a:custGeom>
            <a:avLst/>
            <a:gdLst/>
            <a:ahLst/>
            <a:cxnLst/>
            <a:rect l="l" t="t" r="r" b="b"/>
            <a:pathLst>
              <a:path w="4657344" h="6858000">
                <a:moveTo>
                  <a:pt x="0" y="0"/>
                </a:moveTo>
                <a:lnTo>
                  <a:pt x="3429755" y="0"/>
                </a:lnTo>
                <a:lnTo>
                  <a:pt x="3526016" y="148742"/>
                </a:lnTo>
                <a:cubicBezTo>
                  <a:pt x="3657740" y="365513"/>
                  <a:pt x="3777402" y="589569"/>
                  <a:pt x="3886489" y="819975"/>
                </a:cubicBezTo>
                <a:cubicBezTo>
                  <a:pt x="3891856" y="833492"/>
                  <a:pt x="3900663" y="845393"/>
                  <a:pt x="3912049" y="854514"/>
                </a:cubicBezTo>
                <a:cubicBezTo>
                  <a:pt x="3897352" y="819849"/>
                  <a:pt x="3883037" y="784928"/>
                  <a:pt x="3868083" y="750263"/>
                </a:cubicBezTo>
                <a:cubicBezTo>
                  <a:pt x="3806989" y="608712"/>
                  <a:pt x="3742478" y="469145"/>
                  <a:pt x="3674155" y="331786"/>
                </a:cubicBezTo>
                <a:lnTo>
                  <a:pt x="3496656" y="0"/>
                </a:lnTo>
                <a:lnTo>
                  <a:pt x="3554371" y="0"/>
                </a:lnTo>
                <a:lnTo>
                  <a:pt x="3661621" y="196614"/>
                </a:lnTo>
                <a:cubicBezTo>
                  <a:pt x="3856899" y="573253"/>
                  <a:pt x="4021071" y="966066"/>
                  <a:pt x="4161279" y="1371196"/>
                </a:cubicBezTo>
                <a:cubicBezTo>
                  <a:pt x="4379525" y="2007265"/>
                  <a:pt x="4530141" y="2664286"/>
                  <a:pt x="4610660" y="3331516"/>
                </a:cubicBezTo>
                <a:cubicBezTo>
                  <a:pt x="4652837" y="3672965"/>
                  <a:pt x="4671625" y="4013908"/>
                  <a:pt x="4645040" y="4357388"/>
                </a:cubicBezTo>
                <a:cubicBezTo>
                  <a:pt x="4613599" y="4758899"/>
                  <a:pt x="4566181" y="5157998"/>
                  <a:pt x="4485789" y="5552906"/>
                </a:cubicBezTo>
                <a:cubicBezTo>
                  <a:pt x="4397121" y="5988893"/>
                  <a:pt x="4276748" y="6414594"/>
                  <a:pt x="4117769" y="6828295"/>
                </a:cubicBezTo>
                <a:lnTo>
                  <a:pt x="4105288" y="6858000"/>
                </a:lnTo>
                <a:lnTo>
                  <a:pt x="4052520" y="6858000"/>
                </a:lnTo>
                <a:lnTo>
                  <a:pt x="4059369" y="6841549"/>
                </a:lnTo>
                <a:cubicBezTo>
                  <a:pt x="4147276" y="6614016"/>
                  <a:pt x="4224193" y="6380817"/>
                  <a:pt x="4291518" y="6142729"/>
                </a:cubicBezTo>
                <a:cubicBezTo>
                  <a:pt x="4350055" y="5935370"/>
                  <a:pt x="4393256" y="5723695"/>
                  <a:pt x="4443357" y="5513923"/>
                </a:cubicBezTo>
                <a:cubicBezTo>
                  <a:pt x="4444541" y="5502788"/>
                  <a:pt x="4445137" y="5491601"/>
                  <a:pt x="4445146" y="5480401"/>
                </a:cubicBezTo>
                <a:cubicBezTo>
                  <a:pt x="4408465" y="5607635"/>
                  <a:pt x="4379196" y="5719759"/>
                  <a:pt x="4344559" y="5830359"/>
                </a:cubicBezTo>
                <a:cubicBezTo>
                  <a:pt x="4254261" y="6118381"/>
                  <a:pt x="4150112" y="6398531"/>
                  <a:pt x="4031702" y="6670527"/>
                </a:cubicBezTo>
                <a:lnTo>
                  <a:pt x="3943824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11" name="sketchy line">
            <a:extLst>
              <a:ext uri="{FF2B5EF4-FFF2-40B4-BE49-F238E27FC236}">
                <a16:creationId xmlns:a16="http://schemas.microsoft.com/office/drawing/2014/main" id="{F49775AF-8896-43EE-92C6-83497D6DC5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59646" y="4409267"/>
            <a:ext cx="3182692" cy="18288"/>
          </a:xfrm>
          <a:custGeom>
            <a:avLst/>
            <a:gdLst>
              <a:gd name="csX0" fmla="*/ 0 w 3182692"/>
              <a:gd name="csY0" fmla="*/ 0 h 18288"/>
              <a:gd name="csX1" fmla="*/ 604711 w 3182692"/>
              <a:gd name="csY1" fmla="*/ 0 h 18288"/>
              <a:gd name="csX2" fmla="*/ 1241250 w 3182692"/>
              <a:gd name="csY2" fmla="*/ 0 h 18288"/>
              <a:gd name="csX3" fmla="*/ 1909615 w 3182692"/>
              <a:gd name="csY3" fmla="*/ 0 h 18288"/>
              <a:gd name="csX4" fmla="*/ 2577981 w 3182692"/>
              <a:gd name="csY4" fmla="*/ 0 h 18288"/>
              <a:gd name="csX5" fmla="*/ 3182692 w 3182692"/>
              <a:gd name="csY5" fmla="*/ 0 h 18288"/>
              <a:gd name="csX6" fmla="*/ 3182692 w 3182692"/>
              <a:gd name="csY6" fmla="*/ 18288 h 18288"/>
              <a:gd name="csX7" fmla="*/ 2482500 w 3182692"/>
              <a:gd name="csY7" fmla="*/ 18288 h 18288"/>
              <a:gd name="csX8" fmla="*/ 1782308 w 3182692"/>
              <a:gd name="csY8" fmla="*/ 18288 h 18288"/>
              <a:gd name="csX9" fmla="*/ 1145769 w 3182692"/>
              <a:gd name="csY9" fmla="*/ 18288 h 18288"/>
              <a:gd name="csX10" fmla="*/ 0 w 3182692"/>
              <a:gd name="csY10" fmla="*/ 18288 h 18288"/>
              <a:gd name="csX11" fmla="*/ 0 w 3182692"/>
              <a:gd name="csY11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3182692" h="18288" fill="none" extrusionOk="0">
                <a:moveTo>
                  <a:pt x="0" y="0"/>
                </a:moveTo>
                <a:cubicBezTo>
                  <a:pt x="126686" y="-21366"/>
                  <a:pt x="467788" y="9025"/>
                  <a:pt x="604711" y="0"/>
                </a:cubicBezTo>
                <a:cubicBezTo>
                  <a:pt x="741634" y="-9025"/>
                  <a:pt x="1061620" y="6814"/>
                  <a:pt x="1241250" y="0"/>
                </a:cubicBezTo>
                <a:cubicBezTo>
                  <a:pt x="1420880" y="-6814"/>
                  <a:pt x="1713773" y="13383"/>
                  <a:pt x="1909615" y="0"/>
                </a:cubicBezTo>
                <a:cubicBezTo>
                  <a:pt x="2105457" y="-13383"/>
                  <a:pt x="2257256" y="13567"/>
                  <a:pt x="2577981" y="0"/>
                </a:cubicBezTo>
                <a:cubicBezTo>
                  <a:pt x="2898706" y="-13567"/>
                  <a:pt x="3026063" y="6328"/>
                  <a:pt x="3182692" y="0"/>
                </a:cubicBezTo>
                <a:cubicBezTo>
                  <a:pt x="3181983" y="8157"/>
                  <a:pt x="3182279" y="12125"/>
                  <a:pt x="3182692" y="18288"/>
                </a:cubicBezTo>
                <a:cubicBezTo>
                  <a:pt x="2998421" y="21742"/>
                  <a:pt x="2675038" y="19014"/>
                  <a:pt x="2482500" y="18288"/>
                </a:cubicBezTo>
                <a:cubicBezTo>
                  <a:pt x="2289962" y="17562"/>
                  <a:pt x="1930644" y="6834"/>
                  <a:pt x="1782308" y="18288"/>
                </a:cubicBezTo>
                <a:cubicBezTo>
                  <a:pt x="1633972" y="29742"/>
                  <a:pt x="1287388" y="-1992"/>
                  <a:pt x="1145769" y="18288"/>
                </a:cubicBezTo>
                <a:cubicBezTo>
                  <a:pt x="1004150" y="38568"/>
                  <a:pt x="256377" y="-37438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182692" h="18288" stroke="0" extrusionOk="0">
                <a:moveTo>
                  <a:pt x="0" y="0"/>
                </a:moveTo>
                <a:cubicBezTo>
                  <a:pt x="283446" y="18201"/>
                  <a:pt x="432812" y="7290"/>
                  <a:pt x="604711" y="0"/>
                </a:cubicBezTo>
                <a:cubicBezTo>
                  <a:pt x="776610" y="-7290"/>
                  <a:pt x="982253" y="15478"/>
                  <a:pt x="1145769" y="0"/>
                </a:cubicBezTo>
                <a:cubicBezTo>
                  <a:pt x="1309285" y="-15478"/>
                  <a:pt x="1514247" y="-25520"/>
                  <a:pt x="1845961" y="0"/>
                </a:cubicBezTo>
                <a:cubicBezTo>
                  <a:pt x="2177675" y="25520"/>
                  <a:pt x="2297588" y="16646"/>
                  <a:pt x="2450673" y="0"/>
                </a:cubicBezTo>
                <a:cubicBezTo>
                  <a:pt x="2603758" y="-16646"/>
                  <a:pt x="3023048" y="-21196"/>
                  <a:pt x="3182692" y="0"/>
                </a:cubicBezTo>
                <a:cubicBezTo>
                  <a:pt x="3182428" y="4493"/>
                  <a:pt x="3183076" y="9472"/>
                  <a:pt x="3182692" y="18288"/>
                </a:cubicBezTo>
                <a:cubicBezTo>
                  <a:pt x="3039109" y="-12701"/>
                  <a:pt x="2823860" y="13848"/>
                  <a:pt x="2546154" y="18288"/>
                </a:cubicBezTo>
                <a:cubicBezTo>
                  <a:pt x="2268448" y="22728"/>
                  <a:pt x="2098674" y="5291"/>
                  <a:pt x="1845961" y="18288"/>
                </a:cubicBezTo>
                <a:cubicBezTo>
                  <a:pt x="1593248" y="31285"/>
                  <a:pt x="1456743" y="27560"/>
                  <a:pt x="1304904" y="18288"/>
                </a:cubicBezTo>
                <a:cubicBezTo>
                  <a:pt x="1153065" y="9016"/>
                  <a:pt x="947204" y="11126"/>
                  <a:pt x="668365" y="18288"/>
                </a:cubicBezTo>
                <a:cubicBezTo>
                  <a:pt x="389526" y="25450"/>
                  <a:pt x="288244" y="-4628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445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13299" y="490537"/>
            <a:ext cx="3968748" cy="1628775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l" defTabSz="914400">
              <a:lnSpc>
                <a:spcPct val="90000"/>
              </a:lnSpc>
            </a:pPr>
            <a:r>
              <a:rPr lang="en-US" sz="3500"/>
              <a:t>Project Overview &amp; Objectives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38AED3F-CF44-2792-5EED-44E4867E453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51840" r="3649" b="-2"/>
          <a:stretch>
            <a:fillRect/>
          </a:stretch>
        </p:blipFill>
        <p:spPr>
          <a:xfrm>
            <a:off x="1" y="1587"/>
            <a:ext cx="4571999" cy="6856413"/>
          </a:xfrm>
          <a:custGeom>
            <a:avLst/>
            <a:gdLst/>
            <a:ahLst/>
            <a:cxnLst/>
            <a:rect l="l" t="t" r="r" b="b"/>
            <a:pathLst>
              <a:path w="6649908" h="6856413">
                <a:moveTo>
                  <a:pt x="0" y="0"/>
                </a:moveTo>
                <a:lnTo>
                  <a:pt x="6559859" y="0"/>
                </a:lnTo>
                <a:lnTo>
                  <a:pt x="6572145" y="79394"/>
                </a:lnTo>
                <a:cubicBezTo>
                  <a:pt x="6857782" y="2230562"/>
                  <a:pt x="6243159" y="4473353"/>
                  <a:pt x="6528796" y="6624522"/>
                </a:cubicBezTo>
                <a:lnTo>
                  <a:pt x="6564680" y="6856413"/>
                </a:lnTo>
                <a:lnTo>
                  <a:pt x="0" y="6856413"/>
                </a:lnTo>
                <a:close/>
              </a:path>
            </a:pathLst>
          </a:custGeom>
        </p:spPr>
      </p:pic>
      <p:sp>
        <p:nvSpPr>
          <p:cNvPr id="4" name="TextBox 3"/>
          <p:cNvSpPr txBox="1"/>
          <p:nvPr/>
        </p:nvSpPr>
        <p:spPr>
          <a:xfrm>
            <a:off x="457200" y="6400800"/>
            <a:ext cx="2342821" cy="7232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600"/>
              </a:spcAft>
            </a:pPr>
            <a:endParaRPr lang="en-US"/>
          </a:p>
          <a:p>
            <a:pPr>
              <a:spcAft>
                <a:spcPts val="600"/>
              </a:spcAft>
              <a:defRPr b="1">
                <a:solidFill>
                  <a:srgbClr val="646464"/>
                </a:solidFill>
              </a:defRPr>
            </a:pPr>
            <a:r>
              <a:t>Presenter: Qiao Huang</a:t>
            </a:r>
            <a:endParaRPr lang="en-US"/>
          </a:p>
        </p:txBody>
      </p:sp>
      <p:graphicFrame>
        <p:nvGraphicFramePr>
          <p:cNvPr id="6" name="Content Placeholder 2">
            <a:extLst>
              <a:ext uri="{FF2B5EF4-FFF2-40B4-BE49-F238E27FC236}">
                <a16:creationId xmlns:a16="http://schemas.microsoft.com/office/drawing/2014/main" id="{86AB5ECB-FF0D-A882-2AA4-B613DFEA397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576639812"/>
              </p:ext>
            </p:extLst>
          </p:nvPr>
        </p:nvGraphicFramePr>
        <p:xfrm>
          <a:off x="4813300" y="2614612"/>
          <a:ext cx="3968747" cy="375284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9228552E-C8B1-4A80-8448-0787CE0FC7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DAABDAD-DDE0-289D-7497-DBB2760F93D8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35000"/>
          </a:blip>
          <a:srcRect t="11049" b="1994"/>
          <a:stretch>
            <a:fillRect/>
          </a:stretch>
        </p:blipFill>
        <p:spPr>
          <a:xfrm>
            <a:off x="20" y="10"/>
            <a:ext cx="9143980" cy="685799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 defTabSz="914400">
              <a:lnSpc>
                <a:spcPct val="90000"/>
              </a:lnSpc>
            </a:pPr>
            <a:r>
              <a:rPr lang="en-US">
                <a:solidFill>
                  <a:srgbClr val="FFFFFF"/>
                </a:solidFill>
              </a:rPr>
              <a:t>Technical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0"/>
            <a:ext cx="2342821" cy="7232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600"/>
              </a:spcAft>
            </a:pPr>
            <a:endParaRPr lang="en-US"/>
          </a:p>
          <a:p>
            <a:pPr>
              <a:spcAft>
                <a:spcPts val="600"/>
              </a:spcAft>
              <a:defRPr b="1">
                <a:solidFill>
                  <a:srgbClr val="646464"/>
                </a:solidFill>
              </a:defRPr>
            </a:pPr>
            <a:r>
              <a:t>Presenter: Qiao Huang</a:t>
            </a:r>
            <a:endParaRPr lang="en-US"/>
          </a:p>
        </p:txBody>
      </p:sp>
      <p:graphicFrame>
        <p:nvGraphicFramePr>
          <p:cNvPr id="6" name="Content Placeholder 2">
            <a:extLst>
              <a:ext uri="{FF2B5EF4-FFF2-40B4-BE49-F238E27FC236}">
                <a16:creationId xmlns:a16="http://schemas.microsoft.com/office/drawing/2014/main" id="{2B262F76-DB2D-1F6F-9359-0D84F0F1567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045122193"/>
              </p:ext>
            </p:extLst>
          </p:nvPr>
        </p:nvGraphicFramePr>
        <p:xfrm>
          <a:off x="628650" y="1825625"/>
          <a:ext cx="78867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-1"/>
            <a:ext cx="9143997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2" y="0"/>
            <a:ext cx="6086479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086474" y="-1"/>
            <a:ext cx="3057523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4512" y="-1"/>
            <a:ext cx="8799485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/>
          <p:cNvSpPr txBox="1"/>
          <p:nvPr/>
        </p:nvSpPr>
        <p:spPr>
          <a:xfrm>
            <a:off x="1028699" y="294538"/>
            <a:ext cx="7421963" cy="103366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endParaRPr lang="en-US" sz="3000" kern="1200">
              <a:solidFill>
                <a:srgbClr val="FFFFFF"/>
              </a:solidFill>
              <a:latin typeface="+mj-lt"/>
              <a:ea typeface="+mj-ea"/>
              <a:cs typeface="+mj-cs"/>
            </a:endParaRPr>
          </a:p>
          <a:p>
            <a:pPr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defRPr sz="3200" b="1"/>
            </a:pPr>
            <a:r>
              <a:rPr lang="en-US" sz="30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Code Deep Dive: Currency Logic</a:t>
            </a:r>
          </a:p>
        </p:txBody>
      </p:sp>
      <p:sp>
        <p:nvSpPr>
          <p:cNvPr id="3" name="Rectangle 2"/>
          <p:cNvSpPr/>
          <p:nvPr/>
        </p:nvSpPr>
        <p:spPr>
          <a:xfrm>
            <a:off x="1028699" y="2318197"/>
            <a:ext cx="7293023" cy="3683358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ctr">
            <a:normAutofit/>
          </a:bodyPr>
          <a:lstStyle/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1300" b="1">
              <a:solidFill>
                <a:schemeClr val="tx1"/>
              </a:solidFill>
            </a:endParaRP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1100">
                <a:latin typeface="Courier New"/>
              </a:defRPr>
            </a:pPr>
            <a:r>
              <a:rPr lang="en-US" sz="1300" b="1">
                <a:solidFill>
                  <a:schemeClr val="tx1"/>
                </a:solidFill>
              </a:rPr>
              <a:t>@paldea_app.route('/convert_currency', methods=['POST'])</a:t>
            </a:r>
            <a:br>
              <a:rPr lang="en-US" sz="1300" b="1">
                <a:solidFill>
                  <a:schemeClr val="tx1"/>
                </a:solidFill>
              </a:rPr>
            </a:br>
            <a:r>
              <a:rPr lang="en-US" sz="1300" b="1">
                <a:solidFill>
                  <a:schemeClr val="tx1"/>
                </a:solidFill>
              </a:rPr>
              <a:t>@login_required</a:t>
            </a:r>
            <a:br>
              <a:rPr lang="en-US" sz="1300" b="1">
                <a:solidFill>
                  <a:schemeClr val="tx1"/>
                </a:solidFill>
              </a:rPr>
            </a:br>
            <a:r>
              <a:rPr lang="en-US" sz="1300" b="1">
                <a:solidFill>
                  <a:schemeClr val="tx1"/>
                </a:solidFill>
              </a:rPr>
              <a:t>def convert_currency():</a:t>
            </a:r>
            <a:br>
              <a:rPr lang="en-US" sz="1300" b="1">
                <a:solidFill>
                  <a:schemeClr val="tx1"/>
                </a:solidFill>
              </a:rPr>
            </a:br>
            <a:r>
              <a:rPr lang="en-US" sz="1300" b="1">
                <a:solidFill>
                  <a:schemeClr val="tx1"/>
                </a:solidFill>
              </a:rPr>
              <a:t>    # ... setup ...</a:t>
            </a:r>
            <a:br>
              <a:rPr lang="en-US" sz="1300" b="1">
                <a:solidFill>
                  <a:schemeClr val="tx1"/>
                </a:solidFill>
              </a:rPr>
            </a:br>
            <a:r>
              <a:rPr lang="en-US" sz="1300" b="1">
                <a:solidFill>
                  <a:schemeClr val="tx1"/>
                </a:solidFill>
              </a:rPr>
              <a:t>    # STRATEGY: Try primary API, fallback to secondary, fallback to 1:1</a:t>
            </a:r>
            <a:br>
              <a:rPr lang="en-US" sz="1300" b="1">
                <a:solidFill>
                  <a:schemeClr val="tx1"/>
                </a:solidFill>
              </a:rPr>
            </a:br>
            <a:r>
              <a:rPr lang="en-US" sz="1300" b="1">
                <a:solidFill>
                  <a:schemeClr val="tx1"/>
                </a:solidFill>
              </a:rPr>
              <a:t>    try:</a:t>
            </a:r>
            <a:br>
              <a:rPr lang="en-US" sz="1300" b="1">
                <a:solidFill>
                  <a:schemeClr val="tx1"/>
                </a:solidFill>
              </a:rPr>
            </a:br>
            <a:r>
              <a:rPr lang="en-US" sz="1300" b="1">
                <a:solidFill>
                  <a:schemeClr val="tx1"/>
                </a:solidFill>
              </a:rPr>
              <a:t>        url = f"https://api.exchangerate-api.com/v4/latest/{from_currency}"</a:t>
            </a:r>
            <a:br>
              <a:rPr lang="en-US" sz="1300" b="1">
                <a:solidFill>
                  <a:schemeClr val="tx1"/>
                </a:solidFill>
              </a:rPr>
            </a:br>
            <a:r>
              <a:rPr lang="en-US" sz="1300" b="1">
                <a:solidFill>
                  <a:schemeClr val="tx1"/>
                </a:solidFill>
              </a:rPr>
              <a:t>        response = requests.get(url, timeout=5)</a:t>
            </a:r>
            <a:br>
              <a:rPr lang="en-US" sz="1300" b="1">
                <a:solidFill>
                  <a:schemeClr val="tx1"/>
                </a:solidFill>
              </a:rPr>
            </a:br>
            <a:r>
              <a:rPr lang="en-US" sz="1300" b="1">
                <a:solidFill>
                  <a:schemeClr val="tx1"/>
                </a:solidFill>
              </a:rPr>
              <a:t>        if response.status_code == 200:</a:t>
            </a:r>
            <a:br>
              <a:rPr lang="en-US" sz="1300" b="1">
                <a:solidFill>
                  <a:schemeClr val="tx1"/>
                </a:solidFill>
              </a:rPr>
            </a:br>
            <a:r>
              <a:rPr lang="en-US" sz="1300" b="1">
                <a:solidFill>
                  <a:schemeClr val="tx1"/>
                </a:solidFill>
              </a:rPr>
              <a:t>            rates = response.json().get('rates', {})</a:t>
            </a:r>
            <a:br>
              <a:rPr lang="en-US" sz="1300" b="1">
                <a:solidFill>
                  <a:schemeClr val="tx1"/>
                </a:solidFill>
              </a:rPr>
            </a:br>
            <a:r>
              <a:rPr lang="en-US" sz="1300" b="1">
                <a:solidFill>
                  <a:schemeClr val="tx1"/>
                </a:solidFill>
              </a:rPr>
              <a:t>            rate = rates.get(to_currency)</a:t>
            </a:r>
            <a:br>
              <a:rPr lang="en-US" sz="1300" b="1">
                <a:solidFill>
                  <a:schemeClr val="tx1"/>
                </a:solidFill>
              </a:rPr>
            </a:br>
            <a:r>
              <a:rPr lang="en-US" sz="1300" b="1">
                <a:solidFill>
                  <a:schemeClr val="tx1"/>
                </a:solidFill>
              </a:rPr>
              <a:t>    except Exception as e:</a:t>
            </a:r>
            <a:br>
              <a:rPr lang="en-US" sz="1300" b="1">
                <a:solidFill>
                  <a:schemeClr val="tx1"/>
                </a:solidFill>
              </a:rPr>
            </a:br>
            <a:r>
              <a:rPr lang="en-US" sz="1300" b="1">
                <a:solidFill>
                  <a:schemeClr val="tx1"/>
                </a:solidFill>
              </a:rPr>
              <a:t>        print(f"API 1 failed: {e}")</a:t>
            </a:r>
            <a:br>
              <a:rPr lang="en-US" sz="1300" b="1">
                <a:solidFill>
                  <a:schemeClr val="tx1"/>
                </a:solidFill>
              </a:rPr>
            </a:br>
            <a:r>
              <a:rPr lang="en-US" sz="1300" b="1">
                <a:solidFill>
                  <a:schemeClr val="tx1"/>
                </a:solidFill>
              </a:rPr>
              <a:t>        # ... fallback logic ...</a:t>
            </a:r>
            <a:br>
              <a:rPr lang="en-US" sz="1300" b="1">
                <a:solidFill>
                  <a:schemeClr val="tx1"/>
                </a:solidFill>
              </a:rPr>
            </a:br>
            <a:br>
              <a:rPr lang="en-US" sz="1300" b="1">
                <a:solidFill>
                  <a:schemeClr val="tx1"/>
                </a:solidFill>
              </a:rPr>
            </a:br>
            <a:r>
              <a:rPr lang="en-US" sz="1300" b="1">
                <a:solidFill>
                  <a:schemeClr val="tx1"/>
                </a:solidFill>
              </a:rPr>
              <a:t>    converted_amount = amount * rate</a:t>
            </a:r>
            <a:br>
              <a:rPr lang="en-US" sz="1300" b="1">
                <a:solidFill>
                  <a:schemeClr val="tx1"/>
                </a:solidFill>
              </a:rPr>
            </a:br>
            <a:r>
              <a:rPr lang="en-US" sz="1300" b="1">
                <a:solidFill>
                  <a:schemeClr val="tx1"/>
                </a:solidFill>
              </a:rPr>
              <a:t>    # ... save to ConversionHistory ...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0"/>
            <a:ext cx="2342821" cy="7232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600"/>
              </a:spcAft>
            </a:pPr>
            <a:endParaRPr lang="en-US"/>
          </a:p>
          <a:p>
            <a:pPr>
              <a:spcAft>
                <a:spcPts val="600"/>
              </a:spcAft>
              <a:defRPr b="1">
                <a:solidFill>
                  <a:srgbClr val="646464"/>
                </a:solidFill>
              </a:defRPr>
            </a:pPr>
            <a:r>
              <a:t>Presenter: Qiao Huang</a:t>
            </a:r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Epic 4: Enhanced Visualization</a:t>
            </a:r>
          </a:p>
        </p:txBody>
      </p:sp>
      <p:graphicFrame>
        <p:nvGraphicFramePr>
          <p:cNvPr id="6" name="Content Placeholder 2">
            <a:extLst>
              <a:ext uri="{FF2B5EF4-FFF2-40B4-BE49-F238E27FC236}">
                <a16:creationId xmlns:a16="http://schemas.microsoft.com/office/drawing/2014/main" id="{E994B875-738E-1726-7FF6-41AD82B5F032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457200" y="1600200"/>
          <a:ext cx="8229600" cy="45259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57200" y="6400800"/>
            <a:ext cx="2743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>
              <a:defRPr b="1">
                <a:solidFill>
                  <a:srgbClr val="646464"/>
                </a:solidFill>
              </a:defRPr>
            </a:pPr>
            <a:r>
              <a:t>Presenter: Samantha Aguirre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-1"/>
            <a:ext cx="9143997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2" y="0"/>
            <a:ext cx="6086479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086474" y="-1"/>
            <a:ext cx="3057523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4512" y="-1"/>
            <a:ext cx="8799485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/>
          <p:cNvSpPr txBox="1"/>
          <p:nvPr/>
        </p:nvSpPr>
        <p:spPr>
          <a:xfrm>
            <a:off x="1028699" y="294538"/>
            <a:ext cx="7421963" cy="103366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endParaRPr lang="en-US" sz="3000" kern="1200">
              <a:solidFill>
                <a:srgbClr val="FFFFFF"/>
              </a:solidFill>
              <a:latin typeface="+mj-lt"/>
              <a:ea typeface="+mj-ea"/>
              <a:cs typeface="+mj-cs"/>
            </a:endParaRPr>
          </a:p>
          <a:p>
            <a:pPr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defRPr sz="3200" b="1"/>
            </a:pPr>
            <a:r>
              <a:rPr lang="en-US" sz="30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Code Deep Dive: AI Forecasting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1028699" y="2318197"/>
            <a:ext cx="7293023" cy="3683358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ctr">
            <a:normAutofit/>
          </a:bodyPr>
          <a:lstStyle/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1400" b="1">
              <a:solidFill>
                <a:schemeClr val="tx1"/>
              </a:solidFill>
            </a:endParaRP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1100">
                <a:latin typeface="Courier New"/>
              </a:defRPr>
            </a:pPr>
            <a:r>
              <a:rPr lang="en-US" sz="1400" b="1">
                <a:solidFill>
                  <a:schemeClr val="tx1"/>
                </a:solidFill>
              </a:rPr>
              <a:t>from sklearn.linear_model import LinearRegression</a:t>
            </a:r>
            <a:br>
              <a:rPr lang="en-US" sz="1400" b="1">
                <a:solidFill>
                  <a:schemeClr val="tx1"/>
                </a:solidFill>
              </a:rPr>
            </a:br>
            <a:br>
              <a:rPr lang="en-US" sz="1400" b="1">
                <a:solidFill>
                  <a:schemeClr val="tx1"/>
                </a:solidFill>
              </a:rPr>
            </a:br>
            <a:r>
              <a:rPr lang="en-US" sz="1400" b="1">
                <a:solidFill>
                  <a:schemeClr val="tx1"/>
                </a:solidFill>
              </a:rPr>
              <a:t># STRATEGY: Prepare historical vectors for regression model</a:t>
            </a:r>
            <a:br>
              <a:rPr lang="en-US" sz="1400" b="1">
                <a:solidFill>
                  <a:schemeClr val="tx1"/>
                </a:solidFill>
              </a:rPr>
            </a:br>
            <a:r>
              <a:rPr lang="en-US" sz="1400" b="1">
                <a:solidFill>
                  <a:schemeClr val="tx1"/>
                </a:solidFill>
              </a:rPr>
              <a:t>if len(expenses_for_forecast) &gt;= 2:</a:t>
            </a:r>
            <a:br>
              <a:rPr lang="en-US" sz="1400" b="1">
                <a:solidFill>
                  <a:schemeClr val="tx1"/>
                </a:solidFill>
              </a:rPr>
            </a:br>
            <a:r>
              <a:rPr lang="en-US" sz="1400" b="1">
                <a:solidFill>
                  <a:schemeClr val="tx1"/>
                </a:solidFill>
              </a:rPr>
              <a:t>    X = np.array(range(len(expenses_for_forecast))).reshape(-1, 1)</a:t>
            </a:r>
            <a:br>
              <a:rPr lang="en-US" sz="1400" b="1">
                <a:solidFill>
                  <a:schemeClr val="tx1"/>
                </a:solidFill>
              </a:rPr>
            </a:br>
            <a:r>
              <a:rPr lang="en-US" sz="1400" b="1">
                <a:solidFill>
                  <a:schemeClr val="tx1"/>
                </a:solidFill>
              </a:rPr>
              <a:t>    y = np.array(expenses_for_forecast)</a:t>
            </a:r>
            <a:br>
              <a:rPr lang="en-US" sz="1400" b="1">
                <a:solidFill>
                  <a:schemeClr val="tx1"/>
                </a:solidFill>
              </a:rPr>
            </a:br>
            <a:br>
              <a:rPr lang="en-US" sz="1400" b="1">
                <a:solidFill>
                  <a:schemeClr val="tx1"/>
                </a:solidFill>
              </a:rPr>
            </a:br>
            <a:r>
              <a:rPr lang="en-US" sz="1400" b="1">
                <a:solidFill>
                  <a:schemeClr val="tx1"/>
                </a:solidFill>
              </a:rPr>
              <a:t>    model = LinearRegression()</a:t>
            </a:r>
            <a:br>
              <a:rPr lang="en-US" sz="1400" b="1">
                <a:solidFill>
                  <a:schemeClr val="tx1"/>
                </a:solidFill>
              </a:rPr>
            </a:br>
            <a:r>
              <a:rPr lang="en-US" sz="1400" b="1">
                <a:solidFill>
                  <a:schemeClr val="tx1"/>
                </a:solidFill>
              </a:rPr>
              <a:t>    model.fit(X, y) # Train model on last 6 months</a:t>
            </a:r>
            <a:br>
              <a:rPr lang="en-US" sz="1400" b="1">
                <a:solidFill>
                  <a:schemeClr val="tx1"/>
                </a:solidFill>
              </a:rPr>
            </a:br>
            <a:br>
              <a:rPr lang="en-US" sz="1400" b="1">
                <a:solidFill>
                  <a:schemeClr val="tx1"/>
                </a:solidFill>
              </a:rPr>
            </a:br>
            <a:r>
              <a:rPr lang="en-US" sz="1400" b="1">
                <a:solidFill>
                  <a:schemeClr val="tx1"/>
                </a:solidFill>
              </a:rPr>
              <a:t>    # Predict next month (index = length of array)</a:t>
            </a:r>
            <a:br>
              <a:rPr lang="en-US" sz="1400" b="1">
                <a:solidFill>
                  <a:schemeClr val="tx1"/>
                </a:solidFill>
              </a:rPr>
            </a:br>
            <a:r>
              <a:rPr lang="en-US" sz="1400" b="1">
                <a:solidFill>
                  <a:schemeClr val="tx1"/>
                </a:solidFill>
              </a:rPr>
              <a:t>    next_month_prediction = model.predict([[len(expenses_for_forecast)]])[0]</a:t>
            </a:r>
            <a:br>
              <a:rPr lang="en-US" sz="1400" b="1">
                <a:solidFill>
                  <a:schemeClr val="tx1"/>
                </a:solidFill>
              </a:rPr>
            </a:br>
            <a:br>
              <a:rPr lang="en-US" sz="1400" b="1">
                <a:solidFill>
                  <a:schemeClr val="tx1"/>
                </a:solidFill>
              </a:rPr>
            </a:br>
            <a:r>
              <a:rPr lang="en-US" sz="1400" b="1">
                <a:solidFill>
                  <a:schemeClr val="tx1"/>
                </a:solidFill>
              </a:rPr>
              <a:t>    # Calculate confidence based on R-squared score</a:t>
            </a:r>
            <a:br>
              <a:rPr lang="en-US" sz="1400" b="1">
                <a:solidFill>
                  <a:schemeClr val="tx1"/>
                </a:solidFill>
              </a:rPr>
            </a:br>
            <a:r>
              <a:rPr lang="en-US" sz="1400" b="1">
                <a:solidFill>
                  <a:schemeClr val="tx1"/>
                </a:solidFill>
              </a:rPr>
              <a:t>    forecast_confidence = min(100, max(0, 100 - abs(model.score(X, y) * 100 - 100)))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0"/>
            <a:ext cx="2942472" cy="7232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600"/>
              </a:spcAft>
            </a:pPr>
            <a:endParaRPr lang="en-US"/>
          </a:p>
          <a:p>
            <a:pPr>
              <a:spcAft>
                <a:spcPts val="600"/>
              </a:spcAft>
              <a:defRPr b="1">
                <a:solidFill>
                  <a:srgbClr val="646464"/>
                </a:solidFill>
              </a:defRPr>
            </a:pPr>
            <a:r>
              <a:t>Presenter: Samantha Aguirre</a:t>
            </a:r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Epic 5: Export &amp; Reporting</a:t>
            </a:r>
          </a:p>
        </p:txBody>
      </p:sp>
      <p:graphicFrame>
        <p:nvGraphicFramePr>
          <p:cNvPr id="6" name="Content Placeholder 2">
            <a:extLst>
              <a:ext uri="{FF2B5EF4-FFF2-40B4-BE49-F238E27FC236}">
                <a16:creationId xmlns:a16="http://schemas.microsoft.com/office/drawing/2014/main" id="{11003139-CC6E-F158-A7E6-E962FCE25AD8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457200" y="1600200"/>
          <a:ext cx="8229600" cy="45259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57200" y="6400800"/>
            <a:ext cx="2743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>
              <a:defRPr b="1">
                <a:solidFill>
                  <a:srgbClr val="646464"/>
                </a:solidFill>
              </a:defRPr>
            </a:pPr>
            <a:r>
              <a:t>Presenter: Gerves Francois Baniakina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>
              <a:defRPr sz="3200" b="1"/>
            </a:pPr>
            <a:r>
              <a:t>Code Deep Dive: PDF Engine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solidFill>
            <a:srgbClr val="F0F0F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b="1" dirty="0"/>
          </a:p>
          <a:p>
            <a:pPr>
              <a:defRPr sz="1100">
                <a:latin typeface="Courier New"/>
              </a:defRPr>
            </a:pPr>
            <a:r>
              <a:rPr b="1" dirty="0">
                <a:solidFill>
                  <a:schemeClr val="tx1"/>
                </a:solidFill>
              </a:rPr>
              <a:t>from </a:t>
            </a:r>
            <a:r>
              <a:rPr b="1" dirty="0" err="1">
                <a:solidFill>
                  <a:schemeClr val="tx1"/>
                </a:solidFill>
              </a:rPr>
              <a:t>reportlab.platypus</a:t>
            </a:r>
            <a:r>
              <a:rPr b="1" dirty="0">
                <a:solidFill>
                  <a:schemeClr val="tx1"/>
                </a:solidFill>
              </a:rPr>
              <a:t> import </a:t>
            </a:r>
            <a:r>
              <a:rPr b="1" dirty="0" err="1">
                <a:solidFill>
                  <a:schemeClr val="tx1"/>
                </a:solidFill>
              </a:rPr>
              <a:t>SimpleDocTemplate</a:t>
            </a:r>
            <a:r>
              <a:rPr b="1" dirty="0">
                <a:solidFill>
                  <a:schemeClr val="tx1"/>
                </a:solidFill>
              </a:rPr>
              <a:t>, Table, Image</a:t>
            </a:r>
            <a:br>
              <a:rPr b="1" dirty="0">
                <a:solidFill>
                  <a:schemeClr val="tx1"/>
                </a:solidFill>
              </a:rPr>
            </a:br>
            <a:br>
              <a:rPr b="1" dirty="0">
                <a:solidFill>
                  <a:schemeClr val="tx1"/>
                </a:solidFill>
              </a:rPr>
            </a:br>
            <a:r>
              <a:rPr b="1" dirty="0">
                <a:solidFill>
                  <a:schemeClr val="tx1"/>
                </a:solidFill>
              </a:rPr>
              <a:t>@</a:t>
            </a:r>
            <a:r>
              <a:rPr b="1" dirty="0" err="1">
                <a:solidFill>
                  <a:schemeClr val="tx1"/>
                </a:solidFill>
              </a:rPr>
              <a:t>paldea_app.route</a:t>
            </a:r>
            <a:r>
              <a:rPr b="1" dirty="0">
                <a:solidFill>
                  <a:schemeClr val="tx1"/>
                </a:solidFill>
              </a:rPr>
              <a:t>('/</a:t>
            </a:r>
            <a:r>
              <a:rPr b="1" dirty="0" err="1">
                <a:solidFill>
                  <a:schemeClr val="tx1"/>
                </a:solidFill>
              </a:rPr>
              <a:t>export_pdf</a:t>
            </a:r>
            <a:r>
              <a:rPr b="1" dirty="0">
                <a:solidFill>
                  <a:schemeClr val="tx1"/>
                </a:solidFill>
              </a:rPr>
              <a:t>')</a:t>
            </a:r>
            <a:br>
              <a:rPr b="1" dirty="0">
                <a:solidFill>
                  <a:schemeClr val="tx1"/>
                </a:solidFill>
              </a:rPr>
            </a:br>
            <a:r>
              <a:rPr b="1" dirty="0">
                <a:solidFill>
                  <a:schemeClr val="tx1"/>
                </a:solidFill>
              </a:rPr>
              <a:t>def </a:t>
            </a:r>
            <a:r>
              <a:rPr b="1" dirty="0" err="1">
                <a:solidFill>
                  <a:schemeClr val="tx1"/>
                </a:solidFill>
              </a:rPr>
              <a:t>export_pdf</a:t>
            </a:r>
            <a:r>
              <a:rPr b="1" dirty="0">
                <a:solidFill>
                  <a:schemeClr val="tx1"/>
                </a:solidFill>
              </a:rPr>
              <a:t>():</a:t>
            </a:r>
            <a:br>
              <a:rPr b="1" dirty="0">
                <a:solidFill>
                  <a:schemeClr val="tx1"/>
                </a:solidFill>
              </a:rPr>
            </a:br>
            <a:r>
              <a:rPr b="1" dirty="0">
                <a:solidFill>
                  <a:schemeClr val="tx1"/>
                </a:solidFill>
              </a:rPr>
              <a:t>    buffer = </a:t>
            </a:r>
            <a:r>
              <a:rPr b="1" dirty="0" err="1">
                <a:solidFill>
                  <a:schemeClr val="tx1"/>
                </a:solidFill>
              </a:rPr>
              <a:t>BytesIO</a:t>
            </a:r>
            <a:r>
              <a:rPr b="1" dirty="0">
                <a:solidFill>
                  <a:schemeClr val="tx1"/>
                </a:solidFill>
              </a:rPr>
              <a:t>()</a:t>
            </a:r>
            <a:br>
              <a:rPr b="1" dirty="0">
                <a:solidFill>
                  <a:schemeClr val="tx1"/>
                </a:solidFill>
              </a:rPr>
            </a:br>
            <a:r>
              <a:rPr b="1" dirty="0">
                <a:solidFill>
                  <a:schemeClr val="tx1"/>
                </a:solidFill>
              </a:rPr>
              <a:t>    doc = </a:t>
            </a:r>
            <a:r>
              <a:rPr b="1" dirty="0" err="1">
                <a:solidFill>
                  <a:schemeClr val="tx1"/>
                </a:solidFill>
              </a:rPr>
              <a:t>SimpleDocTemplate</a:t>
            </a:r>
            <a:r>
              <a:rPr b="1" dirty="0">
                <a:solidFill>
                  <a:schemeClr val="tx1"/>
                </a:solidFill>
              </a:rPr>
              <a:t>(buffer, </a:t>
            </a:r>
            <a:r>
              <a:rPr b="1" dirty="0" err="1">
                <a:solidFill>
                  <a:schemeClr val="tx1"/>
                </a:solidFill>
              </a:rPr>
              <a:t>pagesize</a:t>
            </a:r>
            <a:r>
              <a:rPr b="1" dirty="0">
                <a:solidFill>
                  <a:schemeClr val="tx1"/>
                </a:solidFill>
              </a:rPr>
              <a:t>=letter)</a:t>
            </a:r>
            <a:br>
              <a:rPr b="1" dirty="0">
                <a:solidFill>
                  <a:schemeClr val="tx1"/>
                </a:solidFill>
              </a:rPr>
            </a:br>
            <a:br>
              <a:rPr b="1" dirty="0">
                <a:solidFill>
                  <a:schemeClr val="tx1"/>
                </a:solidFill>
              </a:rPr>
            </a:br>
            <a:r>
              <a:rPr b="1" dirty="0">
                <a:solidFill>
                  <a:schemeClr val="tx1"/>
                </a:solidFill>
              </a:rPr>
              <a:t>    # STRATEGY: Generate charts dynamically using Matplotlib</a:t>
            </a:r>
            <a:br>
              <a:rPr b="1" dirty="0">
                <a:solidFill>
                  <a:schemeClr val="tx1"/>
                </a:solidFill>
              </a:rPr>
            </a:br>
            <a:r>
              <a:rPr b="1" dirty="0">
                <a:solidFill>
                  <a:schemeClr val="tx1"/>
                </a:solidFill>
              </a:rPr>
              <a:t>    with </a:t>
            </a:r>
            <a:r>
              <a:rPr b="1" dirty="0" err="1">
                <a:solidFill>
                  <a:schemeClr val="tx1"/>
                </a:solidFill>
              </a:rPr>
              <a:t>tempfile.TemporaryDirectory</a:t>
            </a:r>
            <a:r>
              <a:rPr b="1" dirty="0">
                <a:solidFill>
                  <a:schemeClr val="tx1"/>
                </a:solidFill>
              </a:rPr>
              <a:t>() as </a:t>
            </a:r>
            <a:r>
              <a:rPr b="1" dirty="0" err="1">
                <a:solidFill>
                  <a:schemeClr val="tx1"/>
                </a:solidFill>
              </a:rPr>
              <a:t>tmpdir</a:t>
            </a:r>
            <a:r>
              <a:rPr b="1" dirty="0">
                <a:solidFill>
                  <a:schemeClr val="tx1"/>
                </a:solidFill>
              </a:rPr>
              <a:t>:</a:t>
            </a:r>
            <a:br>
              <a:rPr b="1" dirty="0">
                <a:solidFill>
                  <a:schemeClr val="tx1"/>
                </a:solidFill>
              </a:rPr>
            </a:br>
            <a:r>
              <a:rPr b="1" dirty="0">
                <a:solidFill>
                  <a:schemeClr val="tx1"/>
                </a:solidFill>
              </a:rPr>
              <a:t>        fig, ax = </a:t>
            </a:r>
            <a:r>
              <a:rPr b="1" dirty="0" err="1">
                <a:solidFill>
                  <a:schemeClr val="tx1"/>
                </a:solidFill>
              </a:rPr>
              <a:t>plt.subplots</a:t>
            </a:r>
            <a:r>
              <a:rPr b="1" dirty="0">
                <a:solidFill>
                  <a:schemeClr val="tx1"/>
                </a:solidFill>
              </a:rPr>
              <a:t>(</a:t>
            </a:r>
            <a:r>
              <a:rPr b="1" dirty="0" err="1">
                <a:solidFill>
                  <a:schemeClr val="tx1"/>
                </a:solidFill>
              </a:rPr>
              <a:t>figsize</a:t>
            </a:r>
            <a:r>
              <a:rPr b="1" dirty="0">
                <a:solidFill>
                  <a:schemeClr val="tx1"/>
                </a:solidFill>
              </a:rPr>
              <a:t>=(6, 4))</a:t>
            </a:r>
            <a:br>
              <a:rPr b="1" dirty="0">
                <a:solidFill>
                  <a:schemeClr val="tx1"/>
                </a:solidFill>
              </a:rPr>
            </a:br>
            <a:r>
              <a:rPr b="1" dirty="0">
                <a:solidFill>
                  <a:schemeClr val="tx1"/>
                </a:solidFill>
              </a:rPr>
              <a:t>        </a:t>
            </a:r>
            <a:r>
              <a:rPr b="1" dirty="0" err="1">
                <a:solidFill>
                  <a:schemeClr val="tx1"/>
                </a:solidFill>
              </a:rPr>
              <a:t>ax.bar</a:t>
            </a:r>
            <a:r>
              <a:rPr b="1" dirty="0">
                <a:solidFill>
                  <a:schemeClr val="tx1"/>
                </a:solidFill>
              </a:rPr>
              <a:t>(['Income', 'Expenses'], [</a:t>
            </a:r>
            <a:r>
              <a:rPr b="1" dirty="0" err="1">
                <a:solidFill>
                  <a:schemeClr val="tx1"/>
                </a:solidFill>
              </a:rPr>
              <a:t>total_income</a:t>
            </a:r>
            <a:r>
              <a:rPr b="1" dirty="0">
                <a:solidFill>
                  <a:schemeClr val="tx1"/>
                </a:solidFill>
              </a:rPr>
              <a:t>, </a:t>
            </a:r>
            <a:r>
              <a:rPr b="1" dirty="0" err="1">
                <a:solidFill>
                  <a:schemeClr val="tx1"/>
                </a:solidFill>
              </a:rPr>
              <a:t>total_expenses</a:t>
            </a:r>
            <a:r>
              <a:rPr b="1" dirty="0">
                <a:solidFill>
                  <a:schemeClr val="tx1"/>
                </a:solidFill>
              </a:rPr>
              <a:t>])</a:t>
            </a:r>
            <a:br>
              <a:rPr b="1" dirty="0">
                <a:solidFill>
                  <a:schemeClr val="tx1"/>
                </a:solidFill>
              </a:rPr>
            </a:br>
            <a:r>
              <a:rPr b="1" dirty="0">
                <a:solidFill>
                  <a:schemeClr val="tx1"/>
                </a:solidFill>
              </a:rPr>
              <a:t>        </a:t>
            </a:r>
            <a:r>
              <a:rPr b="1" dirty="0" err="1">
                <a:solidFill>
                  <a:schemeClr val="tx1"/>
                </a:solidFill>
              </a:rPr>
              <a:t>plt.savefig</a:t>
            </a:r>
            <a:r>
              <a:rPr b="1" dirty="0">
                <a:solidFill>
                  <a:schemeClr val="tx1"/>
                </a:solidFill>
              </a:rPr>
              <a:t>(chart1_path)</a:t>
            </a:r>
            <a:br>
              <a:rPr b="1" dirty="0">
                <a:solidFill>
                  <a:schemeClr val="tx1"/>
                </a:solidFill>
              </a:rPr>
            </a:br>
            <a:br>
              <a:rPr b="1" dirty="0">
                <a:solidFill>
                  <a:schemeClr val="tx1"/>
                </a:solidFill>
              </a:rPr>
            </a:br>
            <a:r>
              <a:rPr b="1" dirty="0">
                <a:solidFill>
                  <a:schemeClr val="tx1"/>
                </a:solidFill>
              </a:rPr>
              <a:t>        # Embed chart into PDF flowable</a:t>
            </a:r>
            <a:br>
              <a:rPr b="1" dirty="0">
                <a:solidFill>
                  <a:schemeClr val="tx1"/>
                </a:solidFill>
              </a:rPr>
            </a:br>
            <a:r>
              <a:rPr b="1" dirty="0">
                <a:solidFill>
                  <a:schemeClr val="tx1"/>
                </a:solidFill>
              </a:rPr>
              <a:t>        </a:t>
            </a:r>
            <a:r>
              <a:rPr b="1" dirty="0" err="1">
                <a:solidFill>
                  <a:schemeClr val="tx1"/>
                </a:solidFill>
              </a:rPr>
              <a:t>story.append</a:t>
            </a:r>
            <a:r>
              <a:rPr b="1" dirty="0">
                <a:solidFill>
                  <a:schemeClr val="tx1"/>
                </a:solidFill>
              </a:rPr>
              <a:t>(Image(chart1_path, width=5*inch, height=3.33*inch))</a:t>
            </a:r>
            <a:br>
              <a:rPr b="1" dirty="0">
                <a:solidFill>
                  <a:schemeClr val="tx1"/>
                </a:solidFill>
              </a:rPr>
            </a:br>
            <a:br>
              <a:rPr b="1" dirty="0">
                <a:solidFill>
                  <a:schemeClr val="tx1"/>
                </a:solidFill>
              </a:rPr>
            </a:br>
            <a:r>
              <a:rPr b="1" dirty="0">
                <a:solidFill>
                  <a:schemeClr val="tx1"/>
                </a:solidFill>
              </a:rPr>
              <a:t>    </a:t>
            </a:r>
            <a:r>
              <a:rPr b="1" dirty="0" err="1">
                <a:solidFill>
                  <a:schemeClr val="tx1"/>
                </a:solidFill>
              </a:rPr>
              <a:t>doc.build</a:t>
            </a:r>
            <a:r>
              <a:rPr b="1" dirty="0">
                <a:solidFill>
                  <a:schemeClr val="tx1"/>
                </a:solidFill>
              </a:rPr>
              <a:t>(story) # Build PDF in mem</a:t>
            </a:r>
            <a:r>
              <a:rPr b="1" dirty="0"/>
              <a:t>ory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0"/>
            <a:ext cx="2743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>
              <a:defRPr b="1">
                <a:solidFill>
                  <a:srgbClr val="646464"/>
                </a:solidFill>
              </a:defRPr>
            </a:pPr>
            <a:r>
              <a:t>Presenter: Gerves Francois Baniakina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Agile Methodology &amp; Process</a:t>
            </a:r>
          </a:p>
        </p:txBody>
      </p:sp>
      <p:graphicFrame>
        <p:nvGraphicFramePr>
          <p:cNvPr id="6" name="Content Placeholder 2">
            <a:extLst>
              <a:ext uri="{FF2B5EF4-FFF2-40B4-BE49-F238E27FC236}">
                <a16:creationId xmlns:a16="http://schemas.microsoft.com/office/drawing/2014/main" id="{B9498EC9-4424-FE60-6C55-98A073DCA9AF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457200" y="1600200"/>
          <a:ext cx="8229600" cy="45259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57200" y="6400800"/>
            <a:ext cx="2743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>
              <a:defRPr b="1">
                <a:solidFill>
                  <a:srgbClr val="646464"/>
                </a:solidFill>
              </a:defRPr>
            </a:pPr>
            <a:r>
              <a:t>Presenter: Rachan Sailamai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Quality Assurance &amp; Lessons</a:t>
            </a:r>
          </a:p>
        </p:txBody>
      </p:sp>
      <p:graphicFrame>
        <p:nvGraphicFramePr>
          <p:cNvPr id="6" name="Content Placeholder 2">
            <a:extLst>
              <a:ext uri="{FF2B5EF4-FFF2-40B4-BE49-F238E27FC236}">
                <a16:creationId xmlns:a16="http://schemas.microsoft.com/office/drawing/2014/main" id="{570DD6DF-0F11-20C7-6F0B-0D0F80B90ACF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457200" y="1600200"/>
          <a:ext cx="8229600" cy="45259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57200" y="6400800"/>
            <a:ext cx="2743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>
              <a:defRPr b="1">
                <a:solidFill>
                  <a:srgbClr val="646464"/>
                </a:solidFill>
              </a:defRPr>
            </a:pPr>
            <a:r>
              <a:t>Presenter: Manish Shrivastav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4522B21E-B2B9-4C72-9A71-C87EFD1374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3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EB7D2A2-F448-44D4-938C-DC84CBCB3B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"/>
            <a:ext cx="9144000" cy="4412583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71AEA07-1E14-44B4-8E55-64EF049CD6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7348" y="551962"/>
            <a:ext cx="8249304" cy="4618549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3000" y="1293338"/>
            <a:ext cx="6858000" cy="3274592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 defTabSz="914400">
              <a:lnSpc>
                <a:spcPct val="90000"/>
              </a:lnSpc>
            </a:pPr>
            <a:r>
              <a:rPr lang="en-US" sz="63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Live Demonstration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3000" y="5514052"/>
            <a:ext cx="6858000" cy="65191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 defTabSz="914400">
              <a:lnSpc>
                <a:spcPct val="90000"/>
              </a:lnSpc>
              <a:spcBef>
                <a:spcPts val="1000"/>
              </a:spcBef>
            </a:pPr>
            <a:endParaRPr lang="en-US" sz="2400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F7C8EA93-3210-4C62-99E9-153C275E3A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447348" y="6354708"/>
            <a:ext cx="8250174" cy="0"/>
          </a:xfrm>
          <a:prstGeom prst="line">
            <a:avLst/>
          </a:prstGeom>
          <a:ln w="1016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9180DE06-7362-4888-AADA-7AADD57AC4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3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98538" y="679730"/>
            <a:ext cx="3128995" cy="3932729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l" defTabSz="914400">
              <a:lnSpc>
                <a:spcPct val="90000"/>
              </a:lnSpc>
            </a:pPr>
            <a:r>
              <a:rPr lang="en-US" sz="51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Final Burndown Chart – Milestone 2.0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3AF6A671-C637-4547-85F4-51B6D18813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6200000">
            <a:off x="2218699" y="2733628"/>
            <a:ext cx="1340409" cy="5777807"/>
            <a:chOff x="329184" y="2"/>
            <a:chExt cx="524256" cy="5777807"/>
          </a:xfrm>
        </p:grpSpPr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C575CF26-3D3C-4C5A-A2B7-00432016EF6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329184" y="5777809"/>
              <a:ext cx="521208" cy="0"/>
            </a:xfrm>
            <a:prstGeom prst="line">
              <a:avLst/>
            </a:prstGeom>
            <a:ln w="152400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99413ED5-9ED4-4772-BCE4-2BCAE6B12E3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29184" y="2"/>
              <a:ext cx="524256" cy="5666779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14" name="Rectangle 13">
            <a:extLst>
              <a:ext uri="{FF2B5EF4-FFF2-40B4-BE49-F238E27FC236}">
                <a16:creationId xmlns:a16="http://schemas.microsoft.com/office/drawing/2014/main" id="{04357C93-F0CB-4A1C-8F77-4E90637898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6467" y="372533"/>
            <a:ext cx="4587584" cy="6068728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 descr="3B49AE5A-0FC5-4FF1-8CF6-3C1CC8E9FAEE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6947" y="1841000"/>
            <a:ext cx="4206623" cy="3176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56B2C21-A230-48C0-8DF1-C46611373C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3" y="1914812"/>
            <a:ext cx="6858000" cy="3028377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847E18C-932D-4C95-AABA-FEC7C9499A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4" y="1924949"/>
            <a:ext cx="6857999" cy="302837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150CB11-0C61-439E-910F-5787759E72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263195" y="4092815"/>
            <a:ext cx="2501979" cy="302838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43F8A58B-5155-44CE-A5FF-7647B47D0A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376302" y="969718"/>
            <a:ext cx="292526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43F2ACA-E6D6-4028-82DD-F03C262D5D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22" y="1914808"/>
            <a:ext cx="6858003" cy="3028376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9858" y="1683756"/>
            <a:ext cx="2336449" cy="2396359"/>
          </a:xfrm>
        </p:spPr>
        <p:txBody>
          <a:bodyPr anchor="b">
            <a:normAutofit/>
          </a:bodyPr>
          <a:lstStyle/>
          <a:p>
            <a:pPr algn="r"/>
            <a:r>
              <a:rPr lang="en-US" sz="3500">
                <a:solidFill>
                  <a:srgbClr val="FFFFFF"/>
                </a:solidFill>
              </a:rPr>
              <a:t>Key Successes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1D3F66F8-ABC4-9564-A66F-4B4161ECA6D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218429183"/>
              </p:ext>
            </p:extLst>
          </p:nvPr>
        </p:nvGraphicFramePr>
        <p:xfrm>
          <a:off x="3678789" y="750440"/>
          <a:ext cx="5000124" cy="54539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2170031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19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062114" y="0"/>
            <a:ext cx="3072908" cy="2170661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48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3486646" y="-3486043"/>
            <a:ext cx="2170709" cy="9144000"/>
          </a:xfrm>
          <a:prstGeom prst="rect">
            <a:avLst/>
          </a:prstGeom>
          <a:gradFill>
            <a:gsLst>
              <a:gs pos="23000">
                <a:schemeClr val="accent1">
                  <a:lumMod val="75000"/>
                  <a:alpha val="16000"/>
                </a:schemeClr>
              </a:gs>
              <a:gs pos="99000">
                <a:srgbClr val="000000">
                  <a:alpha val="45000"/>
                </a:srgbClr>
              </a:gs>
            </a:gsLst>
            <a:lin ang="21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37673" y="348865"/>
            <a:ext cx="7288583" cy="1576446"/>
          </a:xfrm>
        </p:spPr>
        <p:txBody>
          <a:bodyPr anchor="ctr">
            <a:normAutofit/>
          </a:bodyPr>
          <a:lstStyle/>
          <a:p>
            <a:r>
              <a:rPr lang="en-US" sz="3500">
                <a:solidFill>
                  <a:srgbClr val="FFFFFF"/>
                </a:solidFill>
              </a:rPr>
              <a:t>Key Failures &amp; Challenges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2C82380F-4919-DCAA-F1D5-1122005AFEA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061743600"/>
              </p:ext>
            </p:extLst>
          </p:nvPr>
        </p:nvGraphicFramePr>
        <p:xfrm>
          <a:off x="483042" y="2615979"/>
          <a:ext cx="8195871" cy="36894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096642" y="0"/>
            <a:ext cx="3047358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783777" y="-3783778"/>
            <a:ext cx="1576446" cy="9144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8697" y="348865"/>
            <a:ext cx="7533018" cy="877729"/>
          </a:xfrm>
        </p:spPr>
        <p:txBody>
          <a:bodyPr anchor="ctr">
            <a:normAutofit/>
          </a:bodyPr>
          <a:lstStyle/>
          <a:p>
            <a:r>
              <a:rPr lang="en-US" sz="3500">
                <a:solidFill>
                  <a:srgbClr val="FFFFFF"/>
                </a:solidFill>
              </a:rPr>
              <a:t>Lessons Learned</a:t>
            </a:r>
          </a:p>
        </p:txBody>
      </p:sp>
      <p:graphicFrame>
        <p:nvGraphicFramePr>
          <p:cNvPr id="25" name="Content Placeholder 2">
            <a:extLst>
              <a:ext uri="{FF2B5EF4-FFF2-40B4-BE49-F238E27FC236}">
                <a16:creationId xmlns:a16="http://schemas.microsoft.com/office/drawing/2014/main" id="{7FACA140-A4CF-A387-ED9C-C0B66ACC6F1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430935238"/>
              </p:ext>
            </p:extLst>
          </p:nvPr>
        </p:nvGraphicFramePr>
        <p:xfrm>
          <a:off x="483042" y="2112579"/>
          <a:ext cx="8195871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1002</Words>
  <Application>Microsoft Macintosh PowerPoint</Application>
  <PresentationFormat>On-screen Show (4:3)</PresentationFormat>
  <Paragraphs>95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Paldea Finance Tracker Milestone 2.0 Final Presentation</vt:lpstr>
      <vt:lpstr>Project Overview &amp; Objectives</vt:lpstr>
      <vt:lpstr>Technical Architecture</vt:lpstr>
      <vt:lpstr>PowerPoint Presentation</vt:lpstr>
      <vt:lpstr>Epic 4: Enhanced Visualization</vt:lpstr>
      <vt:lpstr>PowerPoint Presentation</vt:lpstr>
      <vt:lpstr>Epic 5: Export &amp; Reporting</vt:lpstr>
      <vt:lpstr>PowerPoint Presentation</vt:lpstr>
      <vt:lpstr>Agile Methodology &amp; Process</vt:lpstr>
      <vt:lpstr>Quality Assurance &amp; Lessons</vt:lpstr>
      <vt:lpstr>Live Demonstration</vt:lpstr>
      <vt:lpstr>Final Burndown Chart – Milestone 2.0</vt:lpstr>
      <vt:lpstr>Key Successes</vt:lpstr>
      <vt:lpstr>Key Failures &amp; Challenges</vt:lpstr>
      <vt:lpstr>Lessons Learned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Qiao Huang</cp:lastModifiedBy>
  <cp:revision>3</cp:revision>
  <dcterms:created xsi:type="dcterms:W3CDTF">2013-01-27T09:14:16Z</dcterms:created>
  <dcterms:modified xsi:type="dcterms:W3CDTF">2025-11-20T23:35:15Z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186a3520-2f75-449a-9647-37aa285e138c_Enabled">
    <vt:lpwstr>true</vt:lpwstr>
  </property>
  <property fmtid="{D5CDD505-2E9C-101B-9397-08002B2CF9AE}" pid="3" name="MSIP_Label_186a3520-2f75-449a-9647-37aa285e138c_SetDate">
    <vt:lpwstr>2025-11-20T20:16:07Z</vt:lpwstr>
  </property>
  <property fmtid="{D5CDD505-2E9C-101B-9397-08002B2CF9AE}" pid="4" name="MSIP_Label_186a3520-2f75-449a-9647-37aa285e138c_Method">
    <vt:lpwstr>Standard</vt:lpwstr>
  </property>
  <property fmtid="{D5CDD505-2E9C-101B-9397-08002B2CF9AE}" pid="5" name="MSIP_Label_186a3520-2f75-449a-9647-37aa285e138c_Name">
    <vt:lpwstr>defa4170-0d19-0005-0004-bc88714345d2</vt:lpwstr>
  </property>
  <property fmtid="{D5CDD505-2E9C-101B-9397-08002B2CF9AE}" pid="6" name="MSIP_Label_186a3520-2f75-449a-9647-37aa285e138c_SiteId">
    <vt:lpwstr>19afb2c8-5efd-4718-a107-530ed963d11e</vt:lpwstr>
  </property>
  <property fmtid="{D5CDD505-2E9C-101B-9397-08002B2CF9AE}" pid="7" name="MSIP_Label_186a3520-2f75-449a-9647-37aa285e138c_ActionId">
    <vt:lpwstr>510e5960-f5bf-47a9-984a-3315a78140c2</vt:lpwstr>
  </property>
  <property fmtid="{D5CDD505-2E9C-101B-9397-08002B2CF9AE}" pid="8" name="MSIP_Label_186a3520-2f75-449a-9647-37aa285e138c_ContentBits">
    <vt:lpwstr>0</vt:lpwstr>
  </property>
  <property fmtid="{D5CDD505-2E9C-101B-9397-08002B2CF9AE}" pid="9" name="MSIP_Label_186a3520-2f75-449a-9647-37aa285e138c_Tag">
    <vt:lpwstr>50, 3, 0, 1</vt:lpwstr>
  </property>
</Properties>
</file>